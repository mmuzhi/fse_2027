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</p:sldMasterIdLst>
  <p:notesMasterIdLst>
    <p:notesMasterId r:id="rId3"/>
  </p:notesMasterIdLst>
  <p:handoutMasterIdLst>
    <p:handoutMasterId r:id="rId4"/>
  </p:handoutMasterIdLst>
  <p:sldIdLst>
    <p:sldId id="261" r:id="rId2"/>
  </p:sldIdLst>
  <p:sldSz cx="12528550" cy="55800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4" userDrawn="1">
          <p15:clr>
            <a:srgbClr val="A4A3A4"/>
          </p15:clr>
        </p15:guide>
        <p15:guide id="2" pos="394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DCDC"/>
    <a:srgbClr val="F9F9F9"/>
    <a:srgbClr val="FFFFFF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6301"/>
  </p:normalViewPr>
  <p:slideViewPr>
    <p:cSldViewPr snapToGrid="0" showGuides="1">
      <p:cViewPr varScale="1">
        <p:scale>
          <a:sx n="74" d="100"/>
          <a:sy n="74" d="100"/>
        </p:scale>
        <p:origin x="72" y="284"/>
      </p:cViewPr>
      <p:guideLst>
        <p:guide orient="horz" pos="1754"/>
        <p:guide pos="394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34925" y="1143000"/>
            <a:ext cx="69278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84757-8566-54E6-617A-5254D7A8F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A8B606-E23F-AEE6-367E-337544E8D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4925" y="1143000"/>
            <a:ext cx="69278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010F7B-A178-1482-E1F4-65F47A65C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688E27-B582-1977-81C3-36D92CCBE6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903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6069" y="913219"/>
            <a:ext cx="9396413" cy="1942689"/>
          </a:xfrm>
        </p:spPr>
        <p:txBody>
          <a:bodyPr anchor="b"/>
          <a:lstStyle>
            <a:lvl1pPr algn="ctr">
              <a:defRPr sz="488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6069" y="2930825"/>
            <a:ext cx="9396413" cy="1347223"/>
          </a:xfrm>
        </p:spPr>
        <p:txBody>
          <a:bodyPr/>
          <a:lstStyle>
            <a:lvl1pPr marL="0" indent="0" algn="ctr">
              <a:buNone/>
              <a:defRPr sz="1953"/>
            </a:lvl1pPr>
            <a:lvl2pPr marL="372024" indent="0" algn="ctr">
              <a:buNone/>
              <a:defRPr sz="1627"/>
            </a:lvl2pPr>
            <a:lvl3pPr marL="744047" indent="0" algn="ctr">
              <a:buNone/>
              <a:defRPr sz="1465"/>
            </a:lvl3pPr>
            <a:lvl4pPr marL="1116071" indent="0" algn="ctr">
              <a:buNone/>
              <a:defRPr sz="1302"/>
            </a:lvl4pPr>
            <a:lvl5pPr marL="1488095" indent="0" algn="ctr">
              <a:buNone/>
              <a:defRPr sz="1302"/>
            </a:lvl5pPr>
            <a:lvl6pPr marL="1860118" indent="0" algn="ctr">
              <a:buNone/>
              <a:defRPr sz="1302"/>
            </a:lvl6pPr>
            <a:lvl7pPr marL="2232142" indent="0" algn="ctr">
              <a:buNone/>
              <a:defRPr sz="1302"/>
            </a:lvl7pPr>
            <a:lvl8pPr marL="2604165" indent="0" algn="ctr">
              <a:buNone/>
              <a:defRPr sz="1302"/>
            </a:lvl8pPr>
            <a:lvl9pPr marL="2976189" indent="0" algn="ctr">
              <a:buNone/>
              <a:defRPr sz="130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895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608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813" y="1391141"/>
            <a:ext cx="10805874" cy="2321151"/>
          </a:xfrm>
        </p:spPr>
        <p:txBody>
          <a:bodyPr anchor="b"/>
          <a:lstStyle>
            <a:lvl1pPr>
              <a:defRPr sz="488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4813" y="3734251"/>
            <a:ext cx="10805874" cy="1220638"/>
          </a:xfrm>
        </p:spPr>
        <p:txBody>
          <a:bodyPr/>
          <a:lstStyle>
            <a:lvl1pPr marL="0" indent="0">
              <a:buNone/>
              <a:defRPr sz="1953">
                <a:solidFill>
                  <a:schemeClr val="tx1">
                    <a:tint val="75000"/>
                  </a:schemeClr>
                </a:solidFill>
              </a:defRPr>
            </a:lvl1pPr>
            <a:lvl2pPr marL="372024" indent="0">
              <a:buNone/>
              <a:defRPr sz="1627">
                <a:solidFill>
                  <a:schemeClr val="tx1">
                    <a:tint val="75000"/>
                  </a:schemeClr>
                </a:solidFill>
              </a:defRPr>
            </a:lvl2pPr>
            <a:lvl3pPr marL="744047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3pPr>
            <a:lvl4pPr marL="1116071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4pPr>
            <a:lvl5pPr marL="1488095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5pPr>
            <a:lvl6pPr marL="1860118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6pPr>
            <a:lvl7pPr marL="2232142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7pPr>
            <a:lvl8pPr marL="2604165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8pPr>
            <a:lvl9pPr marL="2976189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723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1338" y="1485433"/>
            <a:ext cx="5324634" cy="35404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42578" y="1485433"/>
            <a:ext cx="5324634" cy="35404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21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2970" y="297087"/>
            <a:ext cx="10805874" cy="107855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2970" y="1367891"/>
            <a:ext cx="5300163" cy="670382"/>
          </a:xfrm>
        </p:spPr>
        <p:txBody>
          <a:bodyPr anchor="b"/>
          <a:lstStyle>
            <a:lvl1pPr marL="0" indent="0">
              <a:buNone/>
              <a:defRPr sz="1953" b="1"/>
            </a:lvl1pPr>
            <a:lvl2pPr marL="372024" indent="0">
              <a:buNone/>
              <a:defRPr sz="1627" b="1"/>
            </a:lvl2pPr>
            <a:lvl3pPr marL="744047" indent="0">
              <a:buNone/>
              <a:defRPr sz="1465" b="1"/>
            </a:lvl3pPr>
            <a:lvl4pPr marL="1116071" indent="0">
              <a:buNone/>
              <a:defRPr sz="1302" b="1"/>
            </a:lvl4pPr>
            <a:lvl5pPr marL="1488095" indent="0">
              <a:buNone/>
              <a:defRPr sz="1302" b="1"/>
            </a:lvl5pPr>
            <a:lvl6pPr marL="1860118" indent="0">
              <a:buNone/>
              <a:defRPr sz="1302" b="1"/>
            </a:lvl6pPr>
            <a:lvl7pPr marL="2232142" indent="0">
              <a:buNone/>
              <a:defRPr sz="1302" b="1"/>
            </a:lvl7pPr>
            <a:lvl8pPr marL="2604165" indent="0">
              <a:buNone/>
              <a:defRPr sz="1302" b="1"/>
            </a:lvl8pPr>
            <a:lvl9pPr marL="2976189" indent="0">
              <a:buNone/>
              <a:defRPr sz="130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2970" y="2038273"/>
            <a:ext cx="5300163" cy="29979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42578" y="1367891"/>
            <a:ext cx="5326266" cy="670382"/>
          </a:xfrm>
        </p:spPr>
        <p:txBody>
          <a:bodyPr anchor="b"/>
          <a:lstStyle>
            <a:lvl1pPr marL="0" indent="0">
              <a:buNone/>
              <a:defRPr sz="1953" b="1"/>
            </a:lvl1pPr>
            <a:lvl2pPr marL="372024" indent="0">
              <a:buNone/>
              <a:defRPr sz="1627" b="1"/>
            </a:lvl2pPr>
            <a:lvl3pPr marL="744047" indent="0">
              <a:buNone/>
              <a:defRPr sz="1465" b="1"/>
            </a:lvl3pPr>
            <a:lvl4pPr marL="1116071" indent="0">
              <a:buNone/>
              <a:defRPr sz="1302" b="1"/>
            </a:lvl4pPr>
            <a:lvl5pPr marL="1488095" indent="0">
              <a:buNone/>
              <a:defRPr sz="1302" b="1"/>
            </a:lvl5pPr>
            <a:lvl6pPr marL="1860118" indent="0">
              <a:buNone/>
              <a:defRPr sz="1302" b="1"/>
            </a:lvl6pPr>
            <a:lvl7pPr marL="2232142" indent="0">
              <a:buNone/>
              <a:defRPr sz="1302" b="1"/>
            </a:lvl7pPr>
            <a:lvl8pPr marL="2604165" indent="0">
              <a:buNone/>
              <a:defRPr sz="1302" b="1"/>
            </a:lvl8pPr>
            <a:lvl9pPr marL="2976189" indent="0">
              <a:buNone/>
              <a:defRPr sz="130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42578" y="2038273"/>
            <a:ext cx="5326266" cy="29979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072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032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89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2970" y="372004"/>
            <a:ext cx="4040783" cy="1302015"/>
          </a:xfrm>
        </p:spPr>
        <p:txBody>
          <a:bodyPr anchor="b"/>
          <a:lstStyle>
            <a:lvl1pPr>
              <a:defRPr sz="260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6266" y="803426"/>
            <a:ext cx="6342578" cy="3965461"/>
          </a:xfrm>
        </p:spPr>
        <p:txBody>
          <a:bodyPr/>
          <a:lstStyle>
            <a:lvl1pPr>
              <a:defRPr sz="2604"/>
            </a:lvl1pPr>
            <a:lvl2pPr>
              <a:defRPr sz="2278"/>
            </a:lvl2pPr>
            <a:lvl3pPr>
              <a:defRPr sz="1953"/>
            </a:lvl3pPr>
            <a:lvl4pPr>
              <a:defRPr sz="1627"/>
            </a:lvl4pPr>
            <a:lvl5pPr>
              <a:defRPr sz="1627"/>
            </a:lvl5pPr>
            <a:lvl6pPr>
              <a:defRPr sz="1627"/>
            </a:lvl6pPr>
            <a:lvl7pPr>
              <a:defRPr sz="1627"/>
            </a:lvl7pPr>
            <a:lvl8pPr>
              <a:defRPr sz="1627"/>
            </a:lvl8pPr>
            <a:lvl9pPr>
              <a:defRPr sz="162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70" y="1674019"/>
            <a:ext cx="4040783" cy="3101327"/>
          </a:xfrm>
        </p:spPr>
        <p:txBody>
          <a:bodyPr/>
          <a:lstStyle>
            <a:lvl1pPr marL="0" indent="0">
              <a:buNone/>
              <a:defRPr sz="1302"/>
            </a:lvl1pPr>
            <a:lvl2pPr marL="372024" indent="0">
              <a:buNone/>
              <a:defRPr sz="1139"/>
            </a:lvl2pPr>
            <a:lvl3pPr marL="744047" indent="0">
              <a:buNone/>
              <a:defRPr sz="976"/>
            </a:lvl3pPr>
            <a:lvl4pPr marL="1116071" indent="0">
              <a:buNone/>
              <a:defRPr sz="814"/>
            </a:lvl4pPr>
            <a:lvl5pPr marL="1488095" indent="0">
              <a:buNone/>
              <a:defRPr sz="814"/>
            </a:lvl5pPr>
            <a:lvl6pPr marL="1860118" indent="0">
              <a:buNone/>
              <a:defRPr sz="814"/>
            </a:lvl6pPr>
            <a:lvl7pPr marL="2232142" indent="0">
              <a:buNone/>
              <a:defRPr sz="814"/>
            </a:lvl7pPr>
            <a:lvl8pPr marL="2604165" indent="0">
              <a:buNone/>
              <a:defRPr sz="814"/>
            </a:lvl8pPr>
            <a:lvl9pPr marL="2976189" indent="0">
              <a:buNone/>
              <a:defRPr sz="81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5926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2970" y="372004"/>
            <a:ext cx="4040783" cy="1302015"/>
          </a:xfrm>
        </p:spPr>
        <p:txBody>
          <a:bodyPr anchor="b"/>
          <a:lstStyle>
            <a:lvl1pPr>
              <a:defRPr sz="260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26266" y="803426"/>
            <a:ext cx="6342578" cy="3965461"/>
          </a:xfrm>
        </p:spPr>
        <p:txBody>
          <a:bodyPr anchor="t"/>
          <a:lstStyle>
            <a:lvl1pPr marL="0" indent="0">
              <a:buNone/>
              <a:defRPr sz="2604"/>
            </a:lvl1pPr>
            <a:lvl2pPr marL="372024" indent="0">
              <a:buNone/>
              <a:defRPr sz="2278"/>
            </a:lvl2pPr>
            <a:lvl3pPr marL="744047" indent="0">
              <a:buNone/>
              <a:defRPr sz="1953"/>
            </a:lvl3pPr>
            <a:lvl4pPr marL="1116071" indent="0">
              <a:buNone/>
              <a:defRPr sz="1627"/>
            </a:lvl4pPr>
            <a:lvl5pPr marL="1488095" indent="0">
              <a:buNone/>
              <a:defRPr sz="1627"/>
            </a:lvl5pPr>
            <a:lvl6pPr marL="1860118" indent="0">
              <a:buNone/>
              <a:defRPr sz="1627"/>
            </a:lvl6pPr>
            <a:lvl7pPr marL="2232142" indent="0">
              <a:buNone/>
              <a:defRPr sz="1627"/>
            </a:lvl7pPr>
            <a:lvl8pPr marL="2604165" indent="0">
              <a:buNone/>
              <a:defRPr sz="1627"/>
            </a:lvl8pPr>
            <a:lvl9pPr marL="2976189" indent="0">
              <a:buNone/>
              <a:defRPr sz="162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70" y="1674019"/>
            <a:ext cx="4040783" cy="3101327"/>
          </a:xfrm>
        </p:spPr>
        <p:txBody>
          <a:bodyPr/>
          <a:lstStyle>
            <a:lvl1pPr marL="0" indent="0">
              <a:buNone/>
              <a:defRPr sz="1302"/>
            </a:lvl1pPr>
            <a:lvl2pPr marL="372024" indent="0">
              <a:buNone/>
              <a:defRPr sz="1139"/>
            </a:lvl2pPr>
            <a:lvl3pPr marL="744047" indent="0">
              <a:buNone/>
              <a:defRPr sz="976"/>
            </a:lvl3pPr>
            <a:lvl4pPr marL="1116071" indent="0">
              <a:buNone/>
              <a:defRPr sz="814"/>
            </a:lvl4pPr>
            <a:lvl5pPr marL="1488095" indent="0">
              <a:buNone/>
              <a:defRPr sz="814"/>
            </a:lvl5pPr>
            <a:lvl6pPr marL="1860118" indent="0">
              <a:buNone/>
              <a:defRPr sz="814"/>
            </a:lvl6pPr>
            <a:lvl7pPr marL="2232142" indent="0">
              <a:buNone/>
              <a:defRPr sz="814"/>
            </a:lvl7pPr>
            <a:lvl8pPr marL="2604165" indent="0">
              <a:buNone/>
              <a:defRPr sz="814"/>
            </a:lvl8pPr>
            <a:lvl9pPr marL="2976189" indent="0">
              <a:buNone/>
              <a:defRPr sz="81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2026/10/2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717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4561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65743" y="297087"/>
            <a:ext cx="2701469" cy="472884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1338" y="297087"/>
            <a:ext cx="7947799" cy="472884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803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25356" y="1266270"/>
            <a:ext cx="5378927" cy="375190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1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527394" y="1266270"/>
            <a:ext cx="5372887" cy="375190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1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2026/10/2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25358" y="630205"/>
            <a:ext cx="11278622" cy="4464182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32212" y="1952165"/>
            <a:ext cx="10072313" cy="899871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93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232212" y="2898934"/>
            <a:ext cx="10072313" cy="410365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97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1338" y="297087"/>
            <a:ext cx="10805874" cy="1078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338" y="1485433"/>
            <a:ext cx="10805874" cy="3540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338" y="5171892"/>
            <a:ext cx="2818924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50082" y="5171892"/>
            <a:ext cx="4228386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48288" y="5171892"/>
            <a:ext cx="2818924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6315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56" r:id="rId12"/>
    <p:sldLayoutId id="2147483658" r:id="rId13"/>
    <p:sldLayoutId id="2147483659" r:id="rId14"/>
  </p:sldLayoutIdLst>
  <p:txStyles>
    <p:titleStyle>
      <a:lvl1pPr algn="l" defTabSz="744047" rtl="0" eaLnBrk="1" latinLnBrk="0" hangingPunct="1">
        <a:lnSpc>
          <a:spcPct val="90000"/>
        </a:lnSpc>
        <a:spcBef>
          <a:spcPct val="0"/>
        </a:spcBef>
        <a:buNone/>
        <a:defRPr sz="35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6012" indent="-186012" algn="l" defTabSz="744047" rtl="0" eaLnBrk="1" latinLnBrk="0" hangingPunct="1">
        <a:lnSpc>
          <a:spcPct val="90000"/>
        </a:lnSpc>
        <a:spcBef>
          <a:spcPts val="814"/>
        </a:spcBef>
        <a:buFont typeface="Arial" panose="020B0604020202020204" pitchFamily="34" charset="0"/>
        <a:buChar char="•"/>
        <a:defRPr sz="2278" kern="1200">
          <a:solidFill>
            <a:schemeClr val="tx1"/>
          </a:solidFill>
          <a:latin typeface="+mn-lt"/>
          <a:ea typeface="+mn-ea"/>
          <a:cs typeface="+mn-cs"/>
        </a:defRPr>
      </a:lvl1pPr>
      <a:lvl2pPr marL="558035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953" kern="1200">
          <a:solidFill>
            <a:schemeClr val="tx1"/>
          </a:solidFill>
          <a:latin typeface="+mn-lt"/>
          <a:ea typeface="+mn-ea"/>
          <a:cs typeface="+mn-cs"/>
        </a:defRPr>
      </a:lvl2pPr>
      <a:lvl3pPr marL="930059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627" kern="1200">
          <a:solidFill>
            <a:schemeClr val="tx1"/>
          </a:solidFill>
          <a:latin typeface="+mn-lt"/>
          <a:ea typeface="+mn-ea"/>
          <a:cs typeface="+mn-cs"/>
        </a:defRPr>
      </a:lvl3pPr>
      <a:lvl4pPr marL="1302083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4pPr>
      <a:lvl5pPr marL="1674106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5pPr>
      <a:lvl6pPr marL="2046130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6pPr>
      <a:lvl7pPr marL="2418154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7pPr>
      <a:lvl8pPr marL="2790177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8pPr>
      <a:lvl9pPr marL="3162201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1pPr>
      <a:lvl2pPr marL="372024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2pPr>
      <a:lvl3pPr marL="744047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3pPr>
      <a:lvl4pPr marL="1116071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4pPr>
      <a:lvl5pPr marL="1488095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5pPr>
      <a:lvl6pPr marL="1860118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6pPr>
      <a:lvl7pPr marL="2232142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7pPr>
      <a:lvl8pPr marL="2604165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8pPr>
      <a:lvl9pPr marL="2976189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9A2B1-9149-397D-68A9-E9880B0C3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63">
            <a:extLst>
              <a:ext uri="{FF2B5EF4-FFF2-40B4-BE49-F238E27FC236}">
                <a16:creationId xmlns:a16="http://schemas.microsoft.com/office/drawing/2014/main" id="{D43542D4-367E-B9A7-EEDE-CDCFD4F9C79E}"/>
              </a:ext>
            </a:extLst>
          </p:cNvPr>
          <p:cNvSpPr>
            <a:spLocks noChangeAspect="1"/>
          </p:cNvSpPr>
          <p:nvPr/>
        </p:nvSpPr>
        <p:spPr>
          <a:xfrm>
            <a:off x="9407407" y="90877"/>
            <a:ext cx="2896871" cy="2917825"/>
          </a:xfrm>
          <a:prstGeom prst="roundRect">
            <a:avLst>
              <a:gd name="adj" fmla="val 0"/>
            </a:avLst>
          </a:prstGeom>
          <a:solidFill>
            <a:srgbClr val="F9F9F9"/>
          </a:solidFill>
          <a:ln w="19050">
            <a:solidFill>
              <a:schemeClr val="accent1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55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0" name="矩形: 圆角 63">
            <a:extLst>
              <a:ext uri="{FF2B5EF4-FFF2-40B4-BE49-F238E27FC236}">
                <a16:creationId xmlns:a16="http://schemas.microsoft.com/office/drawing/2014/main" id="{5F5CD193-D012-187A-3C01-D6E1725DD2AC}"/>
              </a:ext>
            </a:extLst>
          </p:cNvPr>
          <p:cNvSpPr>
            <a:spLocks noChangeAspect="1"/>
          </p:cNvSpPr>
          <p:nvPr/>
        </p:nvSpPr>
        <p:spPr>
          <a:xfrm>
            <a:off x="3331908" y="90876"/>
            <a:ext cx="5847662" cy="5277600"/>
          </a:xfrm>
          <a:prstGeom prst="roundRect">
            <a:avLst>
              <a:gd name="adj" fmla="val 0"/>
            </a:avLst>
          </a:prstGeom>
          <a:solidFill>
            <a:srgbClr val="F9F9F9"/>
          </a:solidFill>
          <a:ln w="19050">
            <a:solidFill>
              <a:schemeClr val="accent1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55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5" name="矩形: 圆角 63">
            <a:extLst>
              <a:ext uri="{FF2B5EF4-FFF2-40B4-BE49-F238E27FC236}">
                <a16:creationId xmlns:a16="http://schemas.microsoft.com/office/drawing/2014/main" id="{6D33E76B-1978-A6AC-DF5A-354AF8381EA1}"/>
              </a:ext>
            </a:extLst>
          </p:cNvPr>
          <p:cNvSpPr>
            <a:spLocks noChangeAspect="1"/>
          </p:cNvSpPr>
          <p:nvPr/>
        </p:nvSpPr>
        <p:spPr>
          <a:xfrm>
            <a:off x="223840" y="90877"/>
            <a:ext cx="2915285" cy="5277485"/>
          </a:xfrm>
          <a:prstGeom prst="roundRect">
            <a:avLst>
              <a:gd name="adj" fmla="val 0"/>
            </a:avLst>
          </a:prstGeom>
          <a:solidFill>
            <a:srgbClr val="F9F9F9"/>
          </a:solidFill>
          <a:ln w="19050">
            <a:solidFill>
              <a:schemeClr val="accent1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55" dirty="0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BCCB1D8B-0989-AA8F-D122-1F5F64717C2C}"/>
              </a:ext>
            </a:extLst>
          </p:cNvPr>
          <p:cNvSpPr>
            <a:spLocks noChangeAspect="1"/>
          </p:cNvSpPr>
          <p:nvPr/>
        </p:nvSpPr>
        <p:spPr>
          <a:xfrm>
            <a:off x="394653" y="551819"/>
            <a:ext cx="2583498" cy="1829753"/>
          </a:xfrm>
          <a:prstGeom prst="roundRect">
            <a:avLst>
              <a:gd name="adj" fmla="val 6432"/>
            </a:avLst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55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910E54F-0B35-EEB1-9D34-4C5BB84E1FEE}"/>
              </a:ext>
            </a:extLst>
          </p:cNvPr>
          <p:cNvSpPr txBox="1">
            <a:spLocks noChangeAspect="1"/>
          </p:cNvSpPr>
          <p:nvPr/>
        </p:nvSpPr>
        <p:spPr>
          <a:xfrm>
            <a:off x="785022" y="542135"/>
            <a:ext cx="18027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AI Coding Tasks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3FC9AED-C93B-7ADD-3703-D2076851781A}"/>
              </a:ext>
            </a:extLst>
          </p:cNvPr>
          <p:cNvSpPr txBox="1">
            <a:spLocks noChangeAspect="1"/>
          </p:cNvSpPr>
          <p:nvPr/>
        </p:nvSpPr>
        <p:spPr>
          <a:xfrm>
            <a:off x="849632" y="89127"/>
            <a:ext cx="1621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Study Setup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35B743BF-293B-6FC5-C4D5-557E613932EB}"/>
              </a:ext>
            </a:extLst>
          </p:cNvPr>
          <p:cNvSpPr/>
          <p:nvPr/>
        </p:nvSpPr>
        <p:spPr>
          <a:xfrm>
            <a:off x="3456942" y="2240122"/>
            <a:ext cx="1779905" cy="880188"/>
          </a:xfrm>
          <a:prstGeom prst="roundRect">
            <a:avLst>
              <a:gd name="adj" fmla="val 10896"/>
            </a:avLst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55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42" name="圆角矩形 141">
            <a:extLst>
              <a:ext uri="{FF2B5EF4-FFF2-40B4-BE49-F238E27FC236}">
                <a16:creationId xmlns:a16="http://schemas.microsoft.com/office/drawing/2014/main" id="{FA9D6107-E45C-D1EB-7C33-7C3B76352A1A}"/>
              </a:ext>
            </a:extLst>
          </p:cNvPr>
          <p:cNvSpPr/>
          <p:nvPr/>
        </p:nvSpPr>
        <p:spPr>
          <a:xfrm>
            <a:off x="3472979" y="3309165"/>
            <a:ext cx="1779905" cy="961122"/>
          </a:xfrm>
          <a:prstGeom prst="roundRect">
            <a:avLst>
              <a:gd name="adj" fmla="val 12227"/>
            </a:avLst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55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grpSp>
        <p:nvGrpSpPr>
          <p:cNvPr id="183" name="组合 182">
            <a:extLst>
              <a:ext uri="{FF2B5EF4-FFF2-40B4-BE49-F238E27FC236}">
                <a16:creationId xmlns:a16="http://schemas.microsoft.com/office/drawing/2014/main" id="{451D394D-14C1-068D-009B-41F681BAF633}"/>
              </a:ext>
            </a:extLst>
          </p:cNvPr>
          <p:cNvGrpSpPr>
            <a:grpSpLocks noChangeAspect="1"/>
          </p:cNvGrpSpPr>
          <p:nvPr/>
        </p:nvGrpSpPr>
        <p:grpSpPr>
          <a:xfrm>
            <a:off x="9571507" y="723972"/>
            <a:ext cx="2555240" cy="688975"/>
            <a:chOff x="14270" y="1858"/>
            <a:chExt cx="3639" cy="1054"/>
          </a:xfrm>
        </p:grpSpPr>
        <p:sp>
          <p:nvSpPr>
            <p:cNvPr id="180" name="圆角矩形 179">
              <a:extLst>
                <a:ext uri="{FF2B5EF4-FFF2-40B4-BE49-F238E27FC236}">
                  <a16:creationId xmlns:a16="http://schemas.microsoft.com/office/drawing/2014/main" id="{31F8B1F7-4630-5E31-F84D-C2AAC981FA05}"/>
                </a:ext>
              </a:extLst>
            </p:cNvPr>
            <p:cNvSpPr/>
            <p:nvPr/>
          </p:nvSpPr>
          <p:spPr>
            <a:xfrm>
              <a:off x="14270" y="1858"/>
              <a:ext cx="3639" cy="1054"/>
            </a:xfrm>
            <a:prstGeom prst="roundRect">
              <a:avLst>
                <a:gd name="adj" fmla="val 15403"/>
              </a:avLst>
            </a:prstGeom>
            <a:solidFill>
              <a:srgbClr val="F5FAF4"/>
            </a:solidFill>
            <a:ln>
              <a:solidFill>
                <a:srgbClr val="678E6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55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7F0993A9-F844-8CA9-4500-B68B6D147BED}"/>
                </a:ext>
              </a:extLst>
            </p:cNvPr>
            <p:cNvSpPr txBox="1"/>
            <p:nvPr/>
          </p:nvSpPr>
          <p:spPr>
            <a:xfrm>
              <a:off x="14477" y="1971"/>
              <a:ext cx="3382" cy="92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600" b="1" dirty="0">
                  <a:solidFill>
                    <a:srgbClr val="396135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RQ1: General Patterns</a:t>
              </a:r>
            </a:p>
            <a:p>
              <a:pPr algn="ctr">
                <a:spcBef>
                  <a:spcPts val="600"/>
                </a:spcBef>
              </a:pPr>
              <a:r>
                <a:rPr lang="en-US" altLang="zh-CN" sz="1450" dirty="0">
                  <a:latin typeface="Times New Roman Regular" panose="02020503050405090304" charset="0"/>
                  <a:cs typeface="Times New Roman Regular" panose="02020503050405090304" charset="0"/>
                  <a:sym typeface="+mn-ea"/>
                </a:rPr>
                <a:t>task-level reasoning patterns</a:t>
              </a:r>
              <a:endParaRPr lang="en-US" altLang="zh-CN" sz="1450" dirty="0">
                <a:solidFill>
                  <a:srgbClr val="396135"/>
                </a:solidFill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algn="ctr"/>
              <a:endParaRPr lang="en-US" altLang="zh-CN" sz="1235" b="1" dirty="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grpSp>
        <p:nvGrpSpPr>
          <p:cNvPr id="184" name="组合 183">
            <a:extLst>
              <a:ext uri="{FF2B5EF4-FFF2-40B4-BE49-F238E27FC236}">
                <a16:creationId xmlns:a16="http://schemas.microsoft.com/office/drawing/2014/main" id="{E27AFC73-2A9A-9B89-B0C6-969481708104}"/>
              </a:ext>
            </a:extLst>
          </p:cNvPr>
          <p:cNvGrpSpPr>
            <a:grpSpLocks noChangeAspect="1"/>
          </p:cNvGrpSpPr>
          <p:nvPr/>
        </p:nvGrpSpPr>
        <p:grpSpPr>
          <a:xfrm>
            <a:off x="9571507" y="2060012"/>
            <a:ext cx="2555240" cy="892232"/>
            <a:chOff x="14270" y="1858"/>
            <a:chExt cx="3909" cy="1365"/>
          </a:xfrm>
        </p:grpSpPr>
        <p:sp>
          <p:nvSpPr>
            <p:cNvPr id="185" name="圆角矩形 184">
              <a:extLst>
                <a:ext uri="{FF2B5EF4-FFF2-40B4-BE49-F238E27FC236}">
                  <a16:creationId xmlns:a16="http://schemas.microsoft.com/office/drawing/2014/main" id="{F277AFB2-F429-76EE-69BD-2107CAA623E3}"/>
                </a:ext>
              </a:extLst>
            </p:cNvPr>
            <p:cNvSpPr/>
            <p:nvPr/>
          </p:nvSpPr>
          <p:spPr>
            <a:xfrm>
              <a:off x="14270" y="1858"/>
              <a:ext cx="3909" cy="1365"/>
            </a:xfrm>
            <a:prstGeom prst="roundRect">
              <a:avLst>
                <a:gd name="adj" fmla="val 14624"/>
              </a:avLst>
            </a:prstGeom>
            <a:solidFill>
              <a:srgbClr val="F5FAF4"/>
            </a:solidFill>
            <a:ln>
              <a:solidFill>
                <a:srgbClr val="678E6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55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186" name="文本框 185">
              <a:extLst>
                <a:ext uri="{FF2B5EF4-FFF2-40B4-BE49-F238E27FC236}">
                  <a16:creationId xmlns:a16="http://schemas.microsoft.com/office/drawing/2014/main" id="{7A2EDC04-23F2-FEE6-375D-A4F2C85AF1AC}"/>
                </a:ext>
              </a:extLst>
            </p:cNvPr>
            <p:cNvSpPr txBox="1"/>
            <p:nvPr/>
          </p:nvSpPr>
          <p:spPr>
            <a:xfrm>
              <a:off x="14349" y="1877"/>
              <a:ext cx="3802" cy="13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600" b="1" dirty="0">
                  <a:solidFill>
                    <a:srgbClr val="396135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RQ2: Positive and</a:t>
              </a:r>
            </a:p>
            <a:p>
              <a:r>
                <a:rPr lang="en-US" altLang="zh-CN" sz="1600" b="1" dirty="0">
                  <a:solidFill>
                    <a:srgbClr val="396135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          Negative Patterns</a:t>
              </a:r>
            </a:p>
            <a:p>
              <a:pPr algn="ctr">
                <a:spcBef>
                  <a:spcPts val="600"/>
                </a:spcBef>
              </a:pPr>
              <a:r>
                <a:rPr lang="en-US" altLang="zh-CN" sz="1450" dirty="0">
                  <a:latin typeface="Times New Roman Regular" panose="02020503050405090304" charset="0"/>
                  <a:cs typeface="Times New Roman Regular" panose="02020503050405090304" charset="0"/>
                  <a:sym typeface="+mn-ea"/>
                </a:rPr>
                <a:t>action-level reasoning patterns</a:t>
              </a:r>
            </a:p>
          </p:txBody>
        </p:sp>
      </p:grpSp>
      <p:sp>
        <p:nvSpPr>
          <p:cNvPr id="269" name="箭头: 右 65">
            <a:extLst>
              <a:ext uri="{FF2B5EF4-FFF2-40B4-BE49-F238E27FC236}">
                <a16:creationId xmlns:a16="http://schemas.microsoft.com/office/drawing/2014/main" id="{6FE4A4EC-6C77-9F46-2701-33EFA249E45F}"/>
              </a:ext>
            </a:extLst>
          </p:cNvPr>
          <p:cNvSpPr>
            <a:spLocks noChangeAspect="1"/>
          </p:cNvSpPr>
          <p:nvPr/>
        </p:nvSpPr>
        <p:spPr>
          <a:xfrm rot="5400000">
            <a:off x="10664240" y="1628209"/>
            <a:ext cx="466090" cy="22987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55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270" name="肘形连接符 269">
            <a:extLst>
              <a:ext uri="{FF2B5EF4-FFF2-40B4-BE49-F238E27FC236}">
                <a16:creationId xmlns:a16="http://schemas.microsoft.com/office/drawing/2014/main" id="{89A27C23-AC52-734B-36BB-D2C31C6D95C5}"/>
              </a:ext>
            </a:extLst>
          </p:cNvPr>
          <p:cNvCxnSpPr>
            <a:cxnSpLocks noChangeAspect="1"/>
            <a:stCxn id="142" idx="2"/>
            <a:endCxn id="276" idx="1"/>
          </p:cNvCxnSpPr>
          <p:nvPr/>
        </p:nvCxnSpPr>
        <p:spPr>
          <a:xfrm rot="16200000" flipH="1">
            <a:off x="4513264" y="4119955"/>
            <a:ext cx="589289" cy="889952"/>
          </a:xfrm>
          <a:prstGeom prst="bentConnector2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1" name="肘形连接符 270">
            <a:extLst>
              <a:ext uri="{FF2B5EF4-FFF2-40B4-BE49-F238E27FC236}">
                <a16:creationId xmlns:a16="http://schemas.microsoft.com/office/drawing/2014/main" id="{26F259CE-15A2-2F12-8A90-2A1299872530}"/>
              </a:ext>
            </a:extLst>
          </p:cNvPr>
          <p:cNvCxnSpPr>
            <a:cxnSpLocks noChangeAspect="1"/>
            <a:stCxn id="276" idx="3"/>
            <a:endCxn id="264" idx="2"/>
          </p:cNvCxnSpPr>
          <p:nvPr/>
        </p:nvCxnSpPr>
        <p:spPr>
          <a:xfrm flipV="1">
            <a:off x="6953053" y="4456560"/>
            <a:ext cx="1096917" cy="403019"/>
          </a:xfrm>
          <a:prstGeom prst="bentConnector2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3" name="直接箭头连接符 272">
            <a:extLst>
              <a:ext uri="{FF2B5EF4-FFF2-40B4-BE49-F238E27FC236}">
                <a16:creationId xmlns:a16="http://schemas.microsoft.com/office/drawing/2014/main" id="{318EC1FD-F0B8-7CDD-2BA9-F9741E59F28B}"/>
              </a:ext>
            </a:extLst>
          </p:cNvPr>
          <p:cNvCxnSpPr>
            <a:cxnSpLocks noChangeAspect="1"/>
          </p:cNvCxnSpPr>
          <p:nvPr/>
        </p:nvCxnSpPr>
        <p:spPr>
          <a:xfrm>
            <a:off x="5252881" y="3822855"/>
            <a:ext cx="1835284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4" name="直接箭头连接符 273">
            <a:extLst>
              <a:ext uri="{FF2B5EF4-FFF2-40B4-BE49-F238E27FC236}">
                <a16:creationId xmlns:a16="http://schemas.microsoft.com/office/drawing/2014/main" id="{F4926963-0C34-DB64-C733-1A8B7289FD9F}"/>
              </a:ext>
            </a:extLst>
          </p:cNvPr>
          <p:cNvCxnSpPr>
            <a:cxnSpLocks noChangeAspect="1"/>
          </p:cNvCxnSpPr>
          <p:nvPr/>
        </p:nvCxnSpPr>
        <p:spPr>
          <a:xfrm>
            <a:off x="3217548" y="3778061"/>
            <a:ext cx="253365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9E5C3D92-785F-6084-435F-043D98188371}"/>
              </a:ext>
            </a:extLst>
          </p:cNvPr>
          <p:cNvSpPr txBox="1">
            <a:spLocks noChangeAspect="1"/>
          </p:cNvSpPr>
          <p:nvPr/>
        </p:nvSpPr>
        <p:spPr>
          <a:xfrm>
            <a:off x="9442499" y="130244"/>
            <a:ext cx="2896870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Reasoning Pattern Mining</a:t>
            </a:r>
          </a:p>
        </p:txBody>
      </p:sp>
      <p:cxnSp>
        <p:nvCxnSpPr>
          <p:cNvPr id="41" name="肘形连接符 40">
            <a:extLst>
              <a:ext uri="{FF2B5EF4-FFF2-40B4-BE49-F238E27FC236}">
                <a16:creationId xmlns:a16="http://schemas.microsoft.com/office/drawing/2014/main" id="{5EA49739-0A4A-CCED-1174-41883323B773}"/>
              </a:ext>
            </a:extLst>
          </p:cNvPr>
          <p:cNvCxnSpPr>
            <a:cxnSpLocks/>
            <a:stCxn id="88" idx="3"/>
            <a:endCxn id="27" idx="1"/>
          </p:cNvCxnSpPr>
          <p:nvPr/>
        </p:nvCxnSpPr>
        <p:spPr>
          <a:xfrm flipV="1">
            <a:off x="2978155" y="2680216"/>
            <a:ext cx="478787" cy="1971546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箭头: 右 65">
            <a:extLst>
              <a:ext uri="{FF2B5EF4-FFF2-40B4-BE49-F238E27FC236}">
                <a16:creationId xmlns:a16="http://schemas.microsoft.com/office/drawing/2014/main" id="{CD9C609D-0C2F-1EF8-B93B-618F9CA57DC2}"/>
              </a:ext>
            </a:extLst>
          </p:cNvPr>
          <p:cNvSpPr>
            <a:spLocks noChangeAspect="1"/>
          </p:cNvSpPr>
          <p:nvPr/>
        </p:nvSpPr>
        <p:spPr>
          <a:xfrm rot="5400000">
            <a:off x="10663925" y="3286898"/>
            <a:ext cx="454025" cy="24257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55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4D052F64-DFF7-930F-D2C4-19226D9109C0}"/>
              </a:ext>
            </a:extLst>
          </p:cNvPr>
          <p:cNvCxnSpPr>
            <a:cxnSpLocks/>
            <a:endCxn id="180" idx="1"/>
          </p:cNvCxnSpPr>
          <p:nvPr/>
        </p:nvCxnSpPr>
        <p:spPr>
          <a:xfrm flipV="1">
            <a:off x="8994515" y="1068460"/>
            <a:ext cx="576992" cy="31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肘形连接符 72">
            <a:extLst>
              <a:ext uri="{FF2B5EF4-FFF2-40B4-BE49-F238E27FC236}">
                <a16:creationId xmlns:a16="http://schemas.microsoft.com/office/drawing/2014/main" id="{695E364E-B4B7-69F8-99D0-BECB15AFAA38}"/>
              </a:ext>
            </a:extLst>
          </p:cNvPr>
          <p:cNvCxnSpPr>
            <a:cxnSpLocks/>
          </p:cNvCxnSpPr>
          <p:nvPr/>
        </p:nvCxnSpPr>
        <p:spPr>
          <a:xfrm rot="16200000" flipH="1">
            <a:off x="8775845" y="1588253"/>
            <a:ext cx="1315458" cy="275866"/>
          </a:xfrm>
          <a:prstGeom prst="bentConnector2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" name="肘形连接符 80">
            <a:extLst>
              <a:ext uri="{FF2B5EF4-FFF2-40B4-BE49-F238E27FC236}">
                <a16:creationId xmlns:a16="http://schemas.microsoft.com/office/drawing/2014/main" id="{C7B32EB0-A05F-8192-416C-E1DC41BED20E}"/>
              </a:ext>
            </a:extLst>
          </p:cNvPr>
          <p:cNvCxnSpPr>
            <a:cxnSpLocks/>
            <a:stCxn id="264" idx="3"/>
          </p:cNvCxnSpPr>
          <p:nvPr/>
        </p:nvCxnSpPr>
        <p:spPr>
          <a:xfrm flipV="1">
            <a:off x="9022923" y="2620097"/>
            <a:ext cx="548587" cy="1200011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5F3AA1D7-CD37-60D3-944E-C2824D08E350}"/>
              </a:ext>
            </a:extLst>
          </p:cNvPr>
          <p:cNvSpPr>
            <a:spLocks noChangeAspect="1"/>
          </p:cNvSpPr>
          <p:nvPr/>
        </p:nvSpPr>
        <p:spPr>
          <a:xfrm>
            <a:off x="3463293" y="551819"/>
            <a:ext cx="3194685" cy="1495493"/>
          </a:xfrm>
          <a:prstGeom prst="roundRect">
            <a:avLst>
              <a:gd name="adj" fmla="val 8698"/>
            </a:avLst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55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D5CF022-A257-117B-4F64-5BB6DAF78690}"/>
              </a:ext>
            </a:extLst>
          </p:cNvPr>
          <p:cNvGrpSpPr/>
          <p:nvPr/>
        </p:nvGrpSpPr>
        <p:grpSpPr>
          <a:xfrm>
            <a:off x="542277" y="875988"/>
            <a:ext cx="2267640" cy="1413506"/>
            <a:chOff x="1992735" y="3140681"/>
            <a:chExt cx="2267640" cy="1413506"/>
          </a:xfrm>
        </p:grpSpPr>
        <p:sp>
          <p:nvSpPr>
            <p:cNvPr id="55" name="圆角矩形 54">
              <a:extLst>
                <a:ext uri="{FF2B5EF4-FFF2-40B4-BE49-F238E27FC236}">
                  <a16:creationId xmlns:a16="http://schemas.microsoft.com/office/drawing/2014/main" id="{0E5FA0D1-75CB-9D6E-D466-AF1F507FF04D}"/>
                </a:ext>
              </a:extLst>
            </p:cNvPr>
            <p:cNvSpPr/>
            <p:nvPr/>
          </p:nvSpPr>
          <p:spPr>
            <a:xfrm>
              <a:off x="1992736" y="3890213"/>
              <a:ext cx="1097699" cy="663801"/>
            </a:xfrm>
            <a:prstGeom prst="roundRect">
              <a:avLst/>
            </a:prstGeom>
            <a:solidFill>
              <a:srgbClr val="EDF9F9"/>
            </a:solidFill>
            <a:ln>
              <a:solidFill>
                <a:srgbClr val="A4D4CD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55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DC20F799-90ED-6577-5B62-4AA9C675D2EB}"/>
                </a:ext>
              </a:extLst>
            </p:cNvPr>
            <p:cNvSpPr txBox="1"/>
            <p:nvPr/>
          </p:nvSpPr>
          <p:spPr>
            <a:xfrm>
              <a:off x="2064976" y="4239617"/>
              <a:ext cx="953217" cy="3142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45" dirty="0">
                  <a:latin typeface="Times New Roman Regular" panose="02020503050405090304" charset="0"/>
                  <a:cs typeface="Times New Roman Regular" panose="02020503050405090304" charset="0"/>
                </a:rPr>
                <a:t>Execution</a:t>
              </a:r>
            </a:p>
          </p:txBody>
        </p:sp>
        <p:pic>
          <p:nvPicPr>
            <p:cNvPr id="60" name="图片 23" descr="code-execution">
              <a:extLst>
                <a:ext uri="{FF2B5EF4-FFF2-40B4-BE49-F238E27FC236}">
                  <a16:creationId xmlns:a16="http://schemas.microsoft.com/office/drawing/2014/main" id="{852C653C-A903-A08F-AD59-35ACB1D76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14394" y="3858108"/>
              <a:ext cx="454380" cy="454025"/>
            </a:xfrm>
            <a:prstGeom prst="rect">
              <a:avLst/>
            </a:prstGeom>
          </p:spPr>
        </p:pic>
        <p:sp>
          <p:nvSpPr>
            <p:cNvPr id="61" name="圆角矩形 60">
              <a:extLst>
                <a:ext uri="{FF2B5EF4-FFF2-40B4-BE49-F238E27FC236}">
                  <a16:creationId xmlns:a16="http://schemas.microsoft.com/office/drawing/2014/main" id="{065A4A3C-8E1B-BDD8-5DC9-17914526BA33}"/>
                </a:ext>
              </a:extLst>
            </p:cNvPr>
            <p:cNvSpPr/>
            <p:nvPr/>
          </p:nvSpPr>
          <p:spPr>
            <a:xfrm>
              <a:off x="3162675" y="3890213"/>
              <a:ext cx="1097700" cy="663801"/>
            </a:xfrm>
            <a:prstGeom prst="roundRect">
              <a:avLst/>
            </a:prstGeom>
            <a:solidFill>
              <a:srgbClr val="F3EFFE"/>
            </a:solidFill>
            <a:ln>
              <a:solidFill>
                <a:srgbClr val="BFB5E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55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73F612E6-D5D7-A9A0-FD65-48D57EECD7F4}"/>
                </a:ext>
              </a:extLst>
            </p:cNvPr>
            <p:cNvSpPr txBox="1"/>
            <p:nvPr/>
          </p:nvSpPr>
          <p:spPr>
            <a:xfrm>
              <a:off x="3189293" y="4239617"/>
              <a:ext cx="1044459" cy="3145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45" dirty="0">
                  <a:latin typeface="Times New Roman Regular" panose="02020503050405090304" charset="0"/>
                  <a:cs typeface="Times New Roman Regular" panose="02020503050405090304" charset="0"/>
                </a:rPr>
                <a:t>Translation</a:t>
              </a:r>
            </a:p>
          </p:txBody>
        </p:sp>
        <p:pic>
          <p:nvPicPr>
            <p:cNvPr id="64" name="图片 24" descr="翻译_translation">
              <a:extLst>
                <a:ext uri="{FF2B5EF4-FFF2-40B4-BE49-F238E27FC236}">
                  <a16:creationId xmlns:a16="http://schemas.microsoft.com/office/drawing/2014/main" id="{E814EE08-5154-CC2A-5094-6B086EEEB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556946" y="3930452"/>
              <a:ext cx="309155" cy="309338"/>
            </a:xfrm>
            <a:prstGeom prst="rect">
              <a:avLst/>
            </a:prstGeom>
          </p:spPr>
        </p:pic>
        <p:sp>
          <p:nvSpPr>
            <p:cNvPr id="65" name="圆角矩形 64">
              <a:extLst>
                <a:ext uri="{FF2B5EF4-FFF2-40B4-BE49-F238E27FC236}">
                  <a16:creationId xmlns:a16="http://schemas.microsoft.com/office/drawing/2014/main" id="{F900A0CF-CD67-5DDE-1382-A740F05EE715}"/>
                </a:ext>
              </a:extLst>
            </p:cNvPr>
            <p:cNvSpPr/>
            <p:nvPr/>
          </p:nvSpPr>
          <p:spPr>
            <a:xfrm>
              <a:off x="3162675" y="3147739"/>
              <a:ext cx="1097699" cy="663801"/>
            </a:xfrm>
            <a:prstGeom prst="roundRect">
              <a:avLst/>
            </a:prstGeom>
            <a:solidFill>
              <a:srgbClr val="FEF3EF"/>
            </a:solidFill>
            <a:ln>
              <a:solidFill>
                <a:srgbClr val="ECB587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55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858E9F1D-006F-CA15-0780-0DA908E24C0A}"/>
                </a:ext>
              </a:extLst>
            </p:cNvPr>
            <p:cNvSpPr txBox="1"/>
            <p:nvPr/>
          </p:nvSpPr>
          <p:spPr>
            <a:xfrm>
              <a:off x="3225229" y="3478005"/>
              <a:ext cx="1008523" cy="3145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45" dirty="0">
                  <a:latin typeface="Times New Roman Regular" panose="02020503050405090304" charset="0"/>
                  <a:cs typeface="Times New Roman Regular" panose="02020503050405090304" charset="0"/>
                </a:rPr>
                <a:t>Debugging</a:t>
              </a:r>
            </a:p>
          </p:txBody>
        </p:sp>
        <p:pic>
          <p:nvPicPr>
            <p:cNvPr id="70" name="图片 25" descr="debug">
              <a:extLst>
                <a:ext uri="{FF2B5EF4-FFF2-40B4-BE49-F238E27FC236}">
                  <a16:creationId xmlns:a16="http://schemas.microsoft.com/office/drawing/2014/main" id="{CBB92AF2-0D21-3078-1C1E-C695C92D566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560630" y="3172400"/>
              <a:ext cx="300008" cy="300182"/>
            </a:xfrm>
            <a:prstGeom prst="rect">
              <a:avLst/>
            </a:prstGeom>
          </p:spPr>
        </p:pic>
        <p:sp>
          <p:nvSpPr>
            <p:cNvPr id="71" name="圆角矩形 70">
              <a:extLst>
                <a:ext uri="{FF2B5EF4-FFF2-40B4-BE49-F238E27FC236}">
                  <a16:creationId xmlns:a16="http://schemas.microsoft.com/office/drawing/2014/main" id="{9E62820B-0B1F-4886-857E-84E9BEEA5839}"/>
                </a:ext>
              </a:extLst>
            </p:cNvPr>
            <p:cNvSpPr/>
            <p:nvPr/>
          </p:nvSpPr>
          <p:spPr>
            <a:xfrm>
              <a:off x="1992735" y="3140681"/>
              <a:ext cx="1097700" cy="663801"/>
            </a:xfrm>
            <a:prstGeom prst="roundRect">
              <a:avLst/>
            </a:prstGeom>
            <a:solidFill>
              <a:srgbClr val="EFF6FE"/>
            </a:solidFill>
            <a:ln>
              <a:solidFill>
                <a:srgbClr val="ADCAE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55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pic>
          <p:nvPicPr>
            <p:cNvPr id="72" name="图片 22" descr="2.代码生成">
              <a:extLst>
                <a:ext uri="{FF2B5EF4-FFF2-40B4-BE49-F238E27FC236}">
                  <a16:creationId xmlns:a16="http://schemas.microsoft.com/office/drawing/2014/main" id="{9F498677-2FBB-9C23-13FC-3D46C8514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351195" y="3159646"/>
              <a:ext cx="349120" cy="349231"/>
            </a:xfrm>
            <a:prstGeom prst="rect">
              <a:avLst/>
            </a:prstGeom>
          </p:spPr>
        </p:pic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8F5E516B-3A96-9E72-7E9E-EA2818699DD9}"/>
                </a:ext>
              </a:extLst>
            </p:cNvPr>
            <p:cNvSpPr txBox="1"/>
            <p:nvPr/>
          </p:nvSpPr>
          <p:spPr>
            <a:xfrm>
              <a:off x="2021688" y="3489912"/>
              <a:ext cx="1008788" cy="3145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45" dirty="0">
                  <a:latin typeface="Times New Roman Regular" panose="02020503050405090304" charset="0"/>
                  <a:cs typeface="Times New Roman Regular" panose="02020503050405090304" charset="0"/>
                </a:rPr>
                <a:t>Generation</a:t>
              </a:r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845EB576-F7D2-9C27-5686-FAB1AB8B046B}"/>
              </a:ext>
            </a:extLst>
          </p:cNvPr>
          <p:cNvGrpSpPr>
            <a:grpSpLocks noChangeAspect="1"/>
          </p:cNvGrpSpPr>
          <p:nvPr/>
        </p:nvGrpSpPr>
        <p:grpSpPr>
          <a:xfrm>
            <a:off x="835743" y="2634823"/>
            <a:ext cx="1706343" cy="1084161"/>
            <a:chOff x="2233" y="4311"/>
            <a:chExt cx="2578" cy="1659"/>
          </a:xfrm>
        </p:grpSpPr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0FFC95A5-F853-54C2-50C5-2EED49B9B3E6}"/>
                </a:ext>
              </a:extLst>
            </p:cNvPr>
            <p:cNvSpPr txBox="1"/>
            <p:nvPr/>
          </p:nvSpPr>
          <p:spPr>
            <a:xfrm>
              <a:off x="2233" y="4311"/>
              <a:ext cx="2480" cy="4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45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Reasoning Models</a:t>
              </a:r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25AEC015-3AD0-1033-9C4F-621EA0238235}"/>
                </a:ext>
              </a:extLst>
            </p:cNvPr>
            <p:cNvSpPr txBox="1"/>
            <p:nvPr/>
          </p:nvSpPr>
          <p:spPr>
            <a:xfrm>
              <a:off x="2824" y="4883"/>
              <a:ext cx="1543" cy="4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45" dirty="0">
                  <a:latin typeface="Times New Roman Regular" panose="02020503050405090304" charset="0"/>
                  <a:cs typeface="Times New Roman Regular" panose="02020503050405090304" charset="0"/>
                </a:rPr>
                <a:t>R1-0528</a:t>
              </a: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4F2CD8E8-5D06-7976-9B1D-39A872DA49AB}"/>
                </a:ext>
              </a:extLst>
            </p:cNvPr>
            <p:cNvSpPr txBox="1"/>
            <p:nvPr/>
          </p:nvSpPr>
          <p:spPr>
            <a:xfrm>
              <a:off x="2824" y="5489"/>
              <a:ext cx="1987" cy="4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45" dirty="0">
                  <a:latin typeface="Times New Roman Regular" panose="02020503050405090304" charset="0"/>
                  <a:cs typeface="Times New Roman Regular" panose="02020503050405090304" charset="0"/>
                </a:rPr>
                <a:t>R1-Qwen3-8B</a:t>
              </a:r>
            </a:p>
          </p:txBody>
        </p:sp>
      </p:grp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FD8CBF87-4436-5D81-AEB6-27185E2D3A9F}"/>
              </a:ext>
            </a:extLst>
          </p:cNvPr>
          <p:cNvSpPr>
            <a:spLocks noChangeAspect="1"/>
          </p:cNvSpPr>
          <p:nvPr/>
        </p:nvSpPr>
        <p:spPr>
          <a:xfrm>
            <a:off x="394654" y="4018352"/>
            <a:ext cx="2583498" cy="1266825"/>
          </a:xfrm>
          <a:prstGeom prst="roundRect">
            <a:avLst>
              <a:gd name="adj" fmla="val 8221"/>
            </a:avLst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55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65003AFA-E001-7155-3D5A-560645A4CFB1}"/>
              </a:ext>
            </a:extLst>
          </p:cNvPr>
          <p:cNvSpPr txBox="1">
            <a:spLocks noChangeAspect="1"/>
          </p:cNvSpPr>
          <p:nvPr/>
        </p:nvSpPr>
        <p:spPr>
          <a:xfrm>
            <a:off x="770571" y="4970852"/>
            <a:ext cx="177927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45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Reasoning Traces</a:t>
            </a:r>
          </a:p>
        </p:txBody>
      </p:sp>
      <p:pic>
        <p:nvPicPr>
          <p:cNvPr id="90" name="图形 89">
            <a:extLst>
              <a:ext uri="{FF2B5EF4-FFF2-40B4-BE49-F238E27FC236}">
                <a16:creationId xmlns:a16="http://schemas.microsoft.com/office/drawing/2014/main" id="{69880EED-66DA-C91D-BE6D-1495994C035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65395" y="4179955"/>
            <a:ext cx="842012" cy="842012"/>
          </a:xfrm>
          <a:prstGeom prst="rect">
            <a:avLst/>
          </a:prstGeom>
        </p:spPr>
      </p:pic>
      <p:cxnSp>
        <p:nvCxnSpPr>
          <p:cNvPr id="91" name="直接箭头连接符 260">
            <a:extLst>
              <a:ext uri="{FF2B5EF4-FFF2-40B4-BE49-F238E27FC236}">
                <a16:creationId xmlns:a16="http://schemas.microsoft.com/office/drawing/2014/main" id="{C234FA2D-E4D4-8E77-490D-1C6D4D6AF56F}"/>
              </a:ext>
            </a:extLst>
          </p:cNvPr>
          <p:cNvCxnSpPr>
            <a:cxnSpLocks noChangeAspect="1"/>
          </p:cNvCxnSpPr>
          <p:nvPr/>
        </p:nvCxnSpPr>
        <p:spPr>
          <a:xfrm>
            <a:off x="1656862" y="3772415"/>
            <a:ext cx="0" cy="22771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6" name="直接箭头连接符 260">
            <a:extLst>
              <a:ext uri="{FF2B5EF4-FFF2-40B4-BE49-F238E27FC236}">
                <a16:creationId xmlns:a16="http://schemas.microsoft.com/office/drawing/2014/main" id="{1F85B4C0-7C15-1F9A-A2E0-3B6A0D58752D}"/>
              </a:ext>
            </a:extLst>
          </p:cNvPr>
          <p:cNvCxnSpPr>
            <a:cxnSpLocks noChangeAspect="1"/>
          </p:cNvCxnSpPr>
          <p:nvPr/>
        </p:nvCxnSpPr>
        <p:spPr>
          <a:xfrm>
            <a:off x="1677750" y="2381569"/>
            <a:ext cx="0" cy="23017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形 2">
            <a:extLst>
              <a:ext uri="{FF2B5EF4-FFF2-40B4-BE49-F238E27FC236}">
                <a16:creationId xmlns:a16="http://schemas.microsoft.com/office/drawing/2014/main" id="{6F894E63-C8BC-2E51-9DDC-555ABEC9BC0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0036" y="3331590"/>
            <a:ext cx="453598" cy="453598"/>
          </a:xfrm>
          <a:prstGeom prst="rect">
            <a:avLst/>
          </a:prstGeom>
        </p:spPr>
      </p:pic>
      <p:pic>
        <p:nvPicPr>
          <p:cNvPr id="4" name="图形 3">
            <a:extLst>
              <a:ext uri="{FF2B5EF4-FFF2-40B4-BE49-F238E27FC236}">
                <a16:creationId xmlns:a16="http://schemas.microsoft.com/office/drawing/2014/main" id="{CF521E5B-E385-846F-59BC-D133F35646D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84306" y="2979746"/>
            <a:ext cx="489599" cy="360000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07573F3F-1CED-8F31-8C76-101CCD774239}"/>
              </a:ext>
            </a:extLst>
          </p:cNvPr>
          <p:cNvGrpSpPr/>
          <p:nvPr/>
        </p:nvGrpSpPr>
        <p:grpSpPr>
          <a:xfrm>
            <a:off x="5528079" y="2299109"/>
            <a:ext cx="3494258" cy="626111"/>
            <a:chOff x="6121083" y="2414111"/>
            <a:chExt cx="3494258" cy="626111"/>
          </a:xfrm>
        </p:grpSpPr>
        <p:sp>
          <p:nvSpPr>
            <p:cNvPr id="118" name="圆角矩形 117">
              <a:extLst>
                <a:ext uri="{FF2B5EF4-FFF2-40B4-BE49-F238E27FC236}">
                  <a16:creationId xmlns:a16="http://schemas.microsoft.com/office/drawing/2014/main" id="{0B1CA2D5-ED3D-0F08-3DEA-91B66A66D4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21083" y="2414112"/>
              <a:ext cx="3494258" cy="626110"/>
            </a:xfrm>
            <a:prstGeom prst="roundRect">
              <a:avLst>
                <a:gd name="adj" fmla="val 12200"/>
              </a:avLst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55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0F1CDD21-772B-E0B1-DD5E-A81CA007ABA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193488" y="2414111"/>
              <a:ext cx="1481455" cy="31432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US" altLang="zh-CN" sz="1445" b="1" dirty="0">
                  <a:latin typeface="Times New Roman Regular" panose="02020503050405090304" charset="0"/>
                  <a:cs typeface="Times New Roman Regular" panose="02020503050405090304" charset="0"/>
                  <a:sym typeface="+mn-ea"/>
                </a:rPr>
                <a:t>Action Traces</a:t>
              </a:r>
            </a:p>
          </p:txBody>
        </p:sp>
        <p:sp>
          <p:nvSpPr>
            <p:cNvPr id="120" name="圆角矩形 119">
              <a:extLst>
                <a:ext uri="{FF2B5EF4-FFF2-40B4-BE49-F238E27FC236}">
                  <a16:creationId xmlns:a16="http://schemas.microsoft.com/office/drawing/2014/main" id="{35DF97B0-1B9D-EA97-93CB-F5F67746D9AA}"/>
                </a:ext>
              </a:extLst>
            </p:cNvPr>
            <p:cNvSpPr/>
            <p:nvPr/>
          </p:nvSpPr>
          <p:spPr>
            <a:xfrm>
              <a:off x="6171298" y="2706846"/>
              <a:ext cx="436880" cy="240665"/>
            </a:xfrm>
            <a:prstGeom prst="roundRect">
              <a:avLst/>
            </a:prstGeom>
            <a:solidFill>
              <a:srgbClr val="F4EFDD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55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4738688A-AE36-BAF2-3E01-4160500F4555}"/>
                </a:ext>
              </a:extLst>
            </p:cNvPr>
            <p:cNvSpPr txBox="1"/>
            <p:nvPr/>
          </p:nvSpPr>
          <p:spPr>
            <a:xfrm>
              <a:off x="6195496" y="2706846"/>
              <a:ext cx="389137" cy="2413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030" b="1" dirty="0">
                  <a:latin typeface="Times New Roman Regular" panose="02020503050405090304" charset="0"/>
                  <a:cs typeface="Times New Roman Regular" panose="02020503050405090304" charset="0"/>
                </a:rPr>
                <a:t>PU</a:t>
              </a:r>
            </a:p>
          </p:txBody>
        </p:sp>
        <p:sp>
          <p:nvSpPr>
            <p:cNvPr id="138" name="圆角矩形 137">
              <a:extLst>
                <a:ext uri="{FF2B5EF4-FFF2-40B4-BE49-F238E27FC236}">
                  <a16:creationId xmlns:a16="http://schemas.microsoft.com/office/drawing/2014/main" id="{D5B079D4-2CE2-F0FC-F142-8DDDF9805C00}"/>
                </a:ext>
              </a:extLst>
            </p:cNvPr>
            <p:cNvSpPr/>
            <p:nvPr/>
          </p:nvSpPr>
          <p:spPr>
            <a:xfrm>
              <a:off x="6705333" y="2708751"/>
              <a:ext cx="436880" cy="240665"/>
            </a:xfrm>
            <a:prstGeom prst="roundRect">
              <a:avLst/>
            </a:prstGeom>
            <a:solidFill>
              <a:srgbClr val="F4EFDD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55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66688341-2B84-86D5-8C80-7F3213EFCE61}"/>
                </a:ext>
              </a:extLst>
            </p:cNvPr>
            <p:cNvSpPr txBox="1"/>
            <p:nvPr/>
          </p:nvSpPr>
          <p:spPr>
            <a:xfrm>
              <a:off x="6729531" y="2708751"/>
              <a:ext cx="389137" cy="2413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030" b="1">
                  <a:latin typeface="Times New Roman Regular" panose="02020503050405090304" charset="0"/>
                  <a:cs typeface="Times New Roman Regular" panose="02020503050405090304" charset="0"/>
                </a:rPr>
                <a:t>SD</a:t>
              </a:r>
            </a:p>
          </p:txBody>
        </p:sp>
        <p:sp>
          <p:nvSpPr>
            <p:cNvPr id="143" name="圆角矩形 142">
              <a:extLst>
                <a:ext uri="{FF2B5EF4-FFF2-40B4-BE49-F238E27FC236}">
                  <a16:creationId xmlns:a16="http://schemas.microsoft.com/office/drawing/2014/main" id="{42070D31-8EA3-A881-70E8-4B7620DBE69E}"/>
                </a:ext>
              </a:extLst>
            </p:cNvPr>
            <p:cNvSpPr/>
            <p:nvPr/>
          </p:nvSpPr>
          <p:spPr>
            <a:xfrm>
              <a:off x="7244448" y="2708116"/>
              <a:ext cx="436880" cy="240665"/>
            </a:xfrm>
            <a:prstGeom prst="roundRect">
              <a:avLst/>
            </a:prstGeom>
            <a:solidFill>
              <a:srgbClr val="F4EFDD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55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6605E8FF-A1D0-1BA8-5826-27AFC3522B6A}"/>
                </a:ext>
              </a:extLst>
            </p:cNvPr>
            <p:cNvSpPr txBox="1"/>
            <p:nvPr/>
          </p:nvSpPr>
          <p:spPr>
            <a:xfrm>
              <a:off x="7268646" y="2708116"/>
              <a:ext cx="389137" cy="2413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030" b="1">
                  <a:latin typeface="Times New Roman Regular" panose="02020503050405090304" charset="0"/>
                  <a:cs typeface="Times New Roman Regular" panose="02020503050405090304" charset="0"/>
                </a:rPr>
                <a:t>IP</a:t>
              </a:r>
            </a:p>
          </p:txBody>
        </p:sp>
        <p:sp>
          <p:nvSpPr>
            <p:cNvPr id="145" name="圆角矩形 144">
              <a:extLst>
                <a:ext uri="{FF2B5EF4-FFF2-40B4-BE49-F238E27FC236}">
                  <a16:creationId xmlns:a16="http://schemas.microsoft.com/office/drawing/2014/main" id="{FDF744E5-5F48-1917-70CC-7C37C884B048}"/>
                </a:ext>
              </a:extLst>
            </p:cNvPr>
            <p:cNvSpPr/>
            <p:nvPr/>
          </p:nvSpPr>
          <p:spPr>
            <a:xfrm>
              <a:off x="8050222" y="2706846"/>
              <a:ext cx="436880" cy="240665"/>
            </a:xfrm>
            <a:prstGeom prst="roundRect">
              <a:avLst/>
            </a:prstGeom>
            <a:solidFill>
              <a:srgbClr val="F4EFDD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55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9B67579E-F2BA-6C04-AC00-06ED236453FD}"/>
                </a:ext>
              </a:extLst>
            </p:cNvPr>
            <p:cNvSpPr txBox="1"/>
            <p:nvPr/>
          </p:nvSpPr>
          <p:spPr>
            <a:xfrm>
              <a:off x="8074420" y="2706846"/>
              <a:ext cx="389137" cy="2413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030" b="1">
                  <a:latin typeface="Times New Roman Regular" panose="02020503050405090304" charset="0"/>
                  <a:cs typeface="Times New Roman Regular" panose="02020503050405090304" charset="0"/>
                </a:rPr>
                <a:t>CC</a:t>
              </a:r>
            </a:p>
          </p:txBody>
        </p:sp>
        <p:cxnSp>
          <p:nvCxnSpPr>
            <p:cNvPr id="151" name="直接箭头连接符 218">
              <a:extLst>
                <a:ext uri="{FF2B5EF4-FFF2-40B4-BE49-F238E27FC236}">
                  <a16:creationId xmlns:a16="http://schemas.microsoft.com/office/drawing/2014/main" id="{23650377-71A0-463D-EEA9-D813439202C9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6623418" y="2846546"/>
              <a:ext cx="89535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2" name="圆角矩形 151">
              <a:extLst>
                <a:ext uri="{FF2B5EF4-FFF2-40B4-BE49-F238E27FC236}">
                  <a16:creationId xmlns:a16="http://schemas.microsoft.com/office/drawing/2014/main" id="{0A13567C-FC23-968A-AD0D-B8AFD20C63B0}"/>
                </a:ext>
              </a:extLst>
            </p:cNvPr>
            <p:cNvSpPr/>
            <p:nvPr/>
          </p:nvSpPr>
          <p:spPr>
            <a:xfrm>
              <a:off x="8583862" y="2706211"/>
              <a:ext cx="436880" cy="240665"/>
            </a:xfrm>
            <a:prstGeom prst="roundRect">
              <a:avLst/>
            </a:prstGeom>
            <a:solidFill>
              <a:srgbClr val="F4EFDD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55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C72D8966-0853-5615-59D0-5ADEA5FBFF03}"/>
                </a:ext>
              </a:extLst>
            </p:cNvPr>
            <p:cNvSpPr txBox="1"/>
            <p:nvPr/>
          </p:nvSpPr>
          <p:spPr>
            <a:xfrm>
              <a:off x="8619865" y="2705548"/>
              <a:ext cx="389137" cy="2413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030" b="1" dirty="0">
                  <a:latin typeface="Times New Roman Regular" panose="02020503050405090304" charset="0"/>
                  <a:cs typeface="Times New Roman Regular" panose="02020503050405090304" charset="0"/>
                </a:rPr>
                <a:t>VV</a:t>
              </a:r>
            </a:p>
          </p:txBody>
        </p:sp>
        <p:sp>
          <p:nvSpPr>
            <p:cNvPr id="154" name="圆角矩形 153">
              <a:extLst>
                <a:ext uri="{FF2B5EF4-FFF2-40B4-BE49-F238E27FC236}">
                  <a16:creationId xmlns:a16="http://schemas.microsoft.com/office/drawing/2014/main" id="{ADC3EF33-3B0B-014C-AF67-4FAD13A92663}"/>
                </a:ext>
              </a:extLst>
            </p:cNvPr>
            <p:cNvSpPr/>
            <p:nvPr/>
          </p:nvSpPr>
          <p:spPr>
            <a:xfrm>
              <a:off x="9123234" y="2701667"/>
              <a:ext cx="436880" cy="240665"/>
            </a:xfrm>
            <a:prstGeom prst="roundRect">
              <a:avLst/>
            </a:prstGeom>
            <a:solidFill>
              <a:srgbClr val="F4EFDD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55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5B3597F8-BC92-3CC1-1A4C-46E1803BFDB7}"/>
                </a:ext>
              </a:extLst>
            </p:cNvPr>
            <p:cNvSpPr txBox="1"/>
            <p:nvPr/>
          </p:nvSpPr>
          <p:spPr>
            <a:xfrm>
              <a:off x="9145175" y="2694454"/>
              <a:ext cx="389137" cy="2413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030" b="1" dirty="0">
                  <a:latin typeface="Times New Roman Regular" panose="02020503050405090304" charset="0"/>
                  <a:cs typeface="Times New Roman Regular" panose="02020503050405090304" charset="0"/>
                </a:rPr>
                <a:t>CC</a:t>
              </a:r>
            </a:p>
          </p:txBody>
        </p:sp>
        <p:cxnSp>
          <p:nvCxnSpPr>
            <p:cNvPr id="156" name="直接箭头连接符 229">
              <a:extLst>
                <a:ext uri="{FF2B5EF4-FFF2-40B4-BE49-F238E27FC236}">
                  <a16:creationId xmlns:a16="http://schemas.microsoft.com/office/drawing/2014/main" id="{FF74E17D-CC61-4D58-65FA-DBE4E651A6B4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7155548" y="2838926"/>
              <a:ext cx="89535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7" name="直接箭头连接符 230">
              <a:extLst>
                <a:ext uri="{FF2B5EF4-FFF2-40B4-BE49-F238E27FC236}">
                  <a16:creationId xmlns:a16="http://schemas.microsoft.com/office/drawing/2014/main" id="{5E5BA6A3-9AF7-7B52-FC61-35268FCB8E23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7694028" y="2838926"/>
              <a:ext cx="92075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B04AC9A3-E1AA-53BE-86E8-56A36063A14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703491" y="2620327"/>
              <a:ext cx="436880" cy="3155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445" dirty="0">
                  <a:latin typeface="Times New Roman Regular" panose="02020503050405090304" charset="0"/>
                  <a:cs typeface="Times New Roman Regular" panose="02020503050405090304" charset="0"/>
                </a:rPr>
                <a:t>...</a:t>
              </a:r>
            </a:p>
          </p:txBody>
        </p:sp>
        <p:cxnSp>
          <p:nvCxnSpPr>
            <p:cNvPr id="159" name="直接箭头连接符 230">
              <a:extLst>
                <a:ext uri="{FF2B5EF4-FFF2-40B4-BE49-F238E27FC236}">
                  <a16:creationId xmlns:a16="http://schemas.microsoft.com/office/drawing/2014/main" id="{65437C52-17EB-481B-ADFD-81058326649B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7952726" y="2838926"/>
              <a:ext cx="92075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0" name="直接箭头连接符 230">
              <a:extLst>
                <a:ext uri="{FF2B5EF4-FFF2-40B4-BE49-F238E27FC236}">
                  <a16:creationId xmlns:a16="http://schemas.microsoft.com/office/drawing/2014/main" id="{8775F562-5DC9-FE42-F113-8A8A7F48B5A2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8497207" y="2838926"/>
              <a:ext cx="92075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1" name="直接箭头连接符 230">
              <a:extLst>
                <a:ext uri="{FF2B5EF4-FFF2-40B4-BE49-F238E27FC236}">
                  <a16:creationId xmlns:a16="http://schemas.microsoft.com/office/drawing/2014/main" id="{56FEFE53-F55B-E1BC-A1C2-C6A462B4664D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9037510" y="2838926"/>
              <a:ext cx="92075" cy="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93" name="圆角矩形 192">
            <a:extLst>
              <a:ext uri="{FF2B5EF4-FFF2-40B4-BE49-F238E27FC236}">
                <a16:creationId xmlns:a16="http://schemas.microsoft.com/office/drawing/2014/main" id="{A815C07B-7F9C-D113-B8E3-32E746E20997}"/>
              </a:ext>
            </a:extLst>
          </p:cNvPr>
          <p:cNvSpPr/>
          <p:nvPr/>
        </p:nvSpPr>
        <p:spPr>
          <a:xfrm>
            <a:off x="3567273" y="1014167"/>
            <a:ext cx="660400" cy="347345"/>
          </a:xfrm>
          <a:prstGeom prst="roundRect">
            <a:avLst/>
          </a:prstGeom>
          <a:solidFill>
            <a:srgbClr val="F4EFDD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55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87425BDF-7953-C3BF-2A31-65E818D7D093}"/>
              </a:ext>
            </a:extLst>
          </p:cNvPr>
          <p:cNvSpPr txBox="1"/>
          <p:nvPr/>
        </p:nvSpPr>
        <p:spPr>
          <a:xfrm>
            <a:off x="3684314" y="1045562"/>
            <a:ext cx="454434" cy="31463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45" b="1" dirty="0">
                <a:latin typeface="Times New Roman Regular" panose="02020503050405090304" charset="0"/>
                <a:cs typeface="Times New Roman Regular" panose="02020503050405090304" charset="0"/>
              </a:rPr>
              <a:t>PU</a:t>
            </a:r>
          </a:p>
        </p:txBody>
      </p:sp>
      <p:sp>
        <p:nvSpPr>
          <p:cNvPr id="195" name="圆角矩形 194">
            <a:extLst>
              <a:ext uri="{FF2B5EF4-FFF2-40B4-BE49-F238E27FC236}">
                <a16:creationId xmlns:a16="http://schemas.microsoft.com/office/drawing/2014/main" id="{CE6BE966-FADE-2A4B-3627-6282F2CE5994}"/>
              </a:ext>
            </a:extLst>
          </p:cNvPr>
          <p:cNvSpPr/>
          <p:nvPr/>
        </p:nvSpPr>
        <p:spPr>
          <a:xfrm>
            <a:off x="4339433" y="1014167"/>
            <a:ext cx="660400" cy="347345"/>
          </a:xfrm>
          <a:prstGeom prst="roundRect">
            <a:avLst/>
          </a:prstGeom>
          <a:solidFill>
            <a:srgbClr val="F4EFDD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55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AC9636FC-11D6-8CD9-C775-48FD4A139F27}"/>
              </a:ext>
            </a:extLst>
          </p:cNvPr>
          <p:cNvSpPr txBox="1"/>
          <p:nvPr/>
        </p:nvSpPr>
        <p:spPr>
          <a:xfrm>
            <a:off x="4456474" y="1045562"/>
            <a:ext cx="454434" cy="31463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45" b="1">
                <a:latin typeface="Times New Roman Regular" panose="02020503050405090304" charset="0"/>
                <a:cs typeface="Times New Roman Regular" panose="02020503050405090304" charset="0"/>
              </a:rPr>
              <a:t>SD</a:t>
            </a:r>
          </a:p>
        </p:txBody>
      </p:sp>
      <p:sp>
        <p:nvSpPr>
          <p:cNvPr id="198" name="圆角矩形 197">
            <a:extLst>
              <a:ext uri="{FF2B5EF4-FFF2-40B4-BE49-F238E27FC236}">
                <a16:creationId xmlns:a16="http://schemas.microsoft.com/office/drawing/2014/main" id="{43A67FA9-AAE1-8173-34B2-D36B7DA7A7B3}"/>
              </a:ext>
            </a:extLst>
          </p:cNvPr>
          <p:cNvSpPr/>
          <p:nvPr/>
        </p:nvSpPr>
        <p:spPr>
          <a:xfrm>
            <a:off x="5129373" y="1016707"/>
            <a:ext cx="660400" cy="347345"/>
          </a:xfrm>
          <a:prstGeom prst="roundRect">
            <a:avLst/>
          </a:prstGeom>
          <a:solidFill>
            <a:srgbClr val="F4EFDD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55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1F09E63C-D321-CA16-C5C4-BC613B3C2D4C}"/>
              </a:ext>
            </a:extLst>
          </p:cNvPr>
          <p:cNvSpPr txBox="1"/>
          <p:nvPr/>
        </p:nvSpPr>
        <p:spPr>
          <a:xfrm>
            <a:off x="5246414" y="1048102"/>
            <a:ext cx="454434" cy="31463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45" b="1" dirty="0">
                <a:latin typeface="Times New Roman Regular" panose="02020503050405090304" charset="0"/>
                <a:cs typeface="Times New Roman Regular" panose="02020503050405090304" charset="0"/>
              </a:rPr>
              <a:t>IP</a:t>
            </a:r>
          </a:p>
        </p:txBody>
      </p:sp>
      <p:sp>
        <p:nvSpPr>
          <p:cNvPr id="200" name="圆角矩形 199">
            <a:extLst>
              <a:ext uri="{FF2B5EF4-FFF2-40B4-BE49-F238E27FC236}">
                <a16:creationId xmlns:a16="http://schemas.microsoft.com/office/drawing/2014/main" id="{DE503935-E5C6-432B-694D-9EC2C7D17B4C}"/>
              </a:ext>
            </a:extLst>
          </p:cNvPr>
          <p:cNvSpPr/>
          <p:nvPr/>
        </p:nvSpPr>
        <p:spPr>
          <a:xfrm>
            <a:off x="5903438" y="1016072"/>
            <a:ext cx="660400" cy="347345"/>
          </a:xfrm>
          <a:prstGeom prst="roundRect">
            <a:avLst/>
          </a:prstGeom>
          <a:solidFill>
            <a:srgbClr val="F4EFDD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55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2D6356BD-2763-F00D-92E4-D1E233BE64DB}"/>
              </a:ext>
            </a:extLst>
          </p:cNvPr>
          <p:cNvSpPr txBox="1"/>
          <p:nvPr/>
        </p:nvSpPr>
        <p:spPr>
          <a:xfrm>
            <a:off x="6020479" y="1047467"/>
            <a:ext cx="454434" cy="31463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45" b="1">
                <a:latin typeface="Times New Roman Regular" panose="02020503050405090304" charset="0"/>
                <a:cs typeface="Times New Roman Regular" panose="02020503050405090304" charset="0"/>
              </a:rPr>
              <a:t>VV</a:t>
            </a:r>
          </a:p>
        </p:txBody>
      </p:sp>
      <p:sp>
        <p:nvSpPr>
          <p:cNvPr id="202" name="圆角矩形 201">
            <a:extLst>
              <a:ext uri="{FF2B5EF4-FFF2-40B4-BE49-F238E27FC236}">
                <a16:creationId xmlns:a16="http://schemas.microsoft.com/office/drawing/2014/main" id="{FDE009A1-F7D6-6254-7F14-7B3ED14D7F6E}"/>
              </a:ext>
            </a:extLst>
          </p:cNvPr>
          <p:cNvSpPr/>
          <p:nvPr/>
        </p:nvSpPr>
        <p:spPr>
          <a:xfrm>
            <a:off x="3567273" y="1477717"/>
            <a:ext cx="660400" cy="347345"/>
          </a:xfrm>
          <a:prstGeom prst="roundRect">
            <a:avLst/>
          </a:prstGeom>
          <a:solidFill>
            <a:srgbClr val="F4EFDD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55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5A502F42-F40E-A2DE-D30F-12ED31431801}"/>
              </a:ext>
            </a:extLst>
          </p:cNvPr>
          <p:cNvSpPr txBox="1"/>
          <p:nvPr/>
        </p:nvSpPr>
        <p:spPr>
          <a:xfrm>
            <a:off x="3684314" y="1509112"/>
            <a:ext cx="454434" cy="31463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45" b="1">
                <a:latin typeface="Times New Roman Regular" panose="02020503050405090304" charset="0"/>
                <a:cs typeface="Times New Roman Regular" panose="02020503050405090304" charset="0"/>
              </a:rPr>
              <a:t>CC</a:t>
            </a:r>
          </a:p>
        </p:txBody>
      </p:sp>
      <p:sp>
        <p:nvSpPr>
          <p:cNvPr id="221" name="圆角矩形 220">
            <a:extLst>
              <a:ext uri="{FF2B5EF4-FFF2-40B4-BE49-F238E27FC236}">
                <a16:creationId xmlns:a16="http://schemas.microsoft.com/office/drawing/2014/main" id="{463597AF-4BD4-1862-B997-3A0E24A394E3}"/>
              </a:ext>
            </a:extLst>
          </p:cNvPr>
          <p:cNvSpPr/>
          <p:nvPr/>
        </p:nvSpPr>
        <p:spPr>
          <a:xfrm>
            <a:off x="4339433" y="1477717"/>
            <a:ext cx="660400" cy="347307"/>
          </a:xfrm>
          <a:prstGeom prst="roundRect">
            <a:avLst/>
          </a:prstGeom>
          <a:solidFill>
            <a:srgbClr val="F4EFDD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55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FE5D516C-5881-B6E5-B08F-F04273FCC6E8}"/>
              </a:ext>
            </a:extLst>
          </p:cNvPr>
          <p:cNvSpPr txBox="1"/>
          <p:nvPr/>
        </p:nvSpPr>
        <p:spPr>
          <a:xfrm>
            <a:off x="4456474" y="1511725"/>
            <a:ext cx="510666" cy="3146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45" b="1">
                <a:latin typeface="Times New Roman Regular" panose="02020503050405090304" charset="0"/>
                <a:cs typeface="Times New Roman Regular" panose="02020503050405090304" charset="0"/>
              </a:rPr>
              <a:t>KR</a:t>
            </a:r>
          </a:p>
        </p:txBody>
      </p:sp>
      <p:sp>
        <p:nvSpPr>
          <p:cNvPr id="223" name="圆角矩形 222">
            <a:extLst>
              <a:ext uri="{FF2B5EF4-FFF2-40B4-BE49-F238E27FC236}">
                <a16:creationId xmlns:a16="http://schemas.microsoft.com/office/drawing/2014/main" id="{66453669-DD4B-03AA-2A76-7970E1FEA2D1}"/>
              </a:ext>
            </a:extLst>
          </p:cNvPr>
          <p:cNvSpPr/>
          <p:nvPr/>
        </p:nvSpPr>
        <p:spPr>
          <a:xfrm>
            <a:off x="5129373" y="1480257"/>
            <a:ext cx="660400" cy="347345"/>
          </a:xfrm>
          <a:prstGeom prst="roundRect">
            <a:avLst/>
          </a:prstGeom>
          <a:solidFill>
            <a:srgbClr val="F4EFDD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55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36" name="文本框 235">
            <a:extLst>
              <a:ext uri="{FF2B5EF4-FFF2-40B4-BE49-F238E27FC236}">
                <a16:creationId xmlns:a16="http://schemas.microsoft.com/office/drawing/2014/main" id="{19A9DCC1-E3B9-3ECC-8DCE-7B8BC86E2D66}"/>
              </a:ext>
            </a:extLst>
          </p:cNvPr>
          <p:cNvSpPr txBox="1"/>
          <p:nvPr/>
        </p:nvSpPr>
        <p:spPr>
          <a:xfrm>
            <a:off x="5236844" y="1511652"/>
            <a:ext cx="510666" cy="31463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45" b="1" dirty="0">
                <a:latin typeface="Times New Roman Regular" panose="02020503050405090304" charset="0"/>
                <a:cs typeface="Times New Roman Regular" panose="02020503050405090304" charset="0"/>
              </a:rPr>
              <a:t>MR</a:t>
            </a:r>
          </a:p>
        </p:txBody>
      </p:sp>
      <p:sp>
        <p:nvSpPr>
          <p:cNvPr id="237" name="圆角矩形 236">
            <a:extLst>
              <a:ext uri="{FF2B5EF4-FFF2-40B4-BE49-F238E27FC236}">
                <a16:creationId xmlns:a16="http://schemas.microsoft.com/office/drawing/2014/main" id="{06A498CC-DC8E-9950-BB32-6FC1E82F00D5}"/>
              </a:ext>
            </a:extLst>
          </p:cNvPr>
          <p:cNvSpPr/>
          <p:nvPr/>
        </p:nvSpPr>
        <p:spPr>
          <a:xfrm>
            <a:off x="5903438" y="1479622"/>
            <a:ext cx="660400" cy="347345"/>
          </a:xfrm>
          <a:prstGeom prst="roundRect">
            <a:avLst/>
          </a:prstGeom>
          <a:solidFill>
            <a:srgbClr val="F4EFDD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55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42" name="文本框 241">
            <a:extLst>
              <a:ext uri="{FF2B5EF4-FFF2-40B4-BE49-F238E27FC236}">
                <a16:creationId xmlns:a16="http://schemas.microsoft.com/office/drawing/2014/main" id="{7104661B-D256-E963-E437-5831982F97F1}"/>
              </a:ext>
            </a:extLst>
          </p:cNvPr>
          <p:cNvSpPr txBox="1"/>
          <p:nvPr/>
        </p:nvSpPr>
        <p:spPr>
          <a:xfrm>
            <a:off x="5903441" y="1511017"/>
            <a:ext cx="627707" cy="31463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45" b="1">
                <a:latin typeface="Times New Roman Regular" panose="02020503050405090304" charset="0"/>
                <a:cs typeface="Times New Roman Regular" panose="02020503050405090304" charset="0"/>
              </a:rPr>
              <a:t>AUX</a:t>
            </a: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5B2491DD-3AF0-64F8-5BA4-95D0E7C2C05D}"/>
              </a:ext>
            </a:extLst>
          </p:cNvPr>
          <p:cNvSpPr txBox="1">
            <a:spLocks noChangeAspect="1"/>
          </p:cNvSpPr>
          <p:nvPr/>
        </p:nvSpPr>
        <p:spPr>
          <a:xfrm>
            <a:off x="4091307" y="594751"/>
            <a:ext cx="1938655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Action Taxonomy</a:t>
            </a:r>
          </a:p>
        </p:txBody>
      </p:sp>
      <p:grpSp>
        <p:nvGrpSpPr>
          <p:cNvPr id="320" name="组合 319">
            <a:extLst>
              <a:ext uri="{FF2B5EF4-FFF2-40B4-BE49-F238E27FC236}">
                <a16:creationId xmlns:a16="http://schemas.microsoft.com/office/drawing/2014/main" id="{FC205EF9-696D-FFA1-EB12-3331C3523B30}"/>
              </a:ext>
            </a:extLst>
          </p:cNvPr>
          <p:cNvGrpSpPr/>
          <p:nvPr/>
        </p:nvGrpSpPr>
        <p:grpSpPr>
          <a:xfrm>
            <a:off x="6850762" y="837803"/>
            <a:ext cx="2275101" cy="866606"/>
            <a:chOff x="7214535" y="913775"/>
            <a:chExt cx="2275101" cy="866606"/>
          </a:xfrm>
        </p:grpSpPr>
        <p:sp>
          <p:nvSpPr>
            <p:cNvPr id="66" name="圆角矩形 65">
              <a:extLst>
                <a:ext uri="{FF2B5EF4-FFF2-40B4-BE49-F238E27FC236}">
                  <a16:creationId xmlns:a16="http://schemas.microsoft.com/office/drawing/2014/main" id="{AF7C5A44-102A-E1F9-3C15-0FB63932D4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14535" y="931386"/>
              <a:ext cx="2185687" cy="848995"/>
            </a:xfrm>
            <a:prstGeom prst="roundRect">
              <a:avLst>
                <a:gd name="adj" fmla="val 11282"/>
              </a:avLst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55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244" name="文本框 243">
              <a:extLst>
                <a:ext uri="{FF2B5EF4-FFF2-40B4-BE49-F238E27FC236}">
                  <a16:creationId xmlns:a16="http://schemas.microsoft.com/office/drawing/2014/main" id="{C5FFAD89-8FB3-2D7C-CEC5-551C1295325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02441" y="1214596"/>
              <a:ext cx="1687195" cy="314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450" dirty="0"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Structural Metrics</a:t>
              </a:r>
            </a:p>
          </p:txBody>
        </p:sp>
        <p:sp>
          <p:nvSpPr>
            <p:cNvPr id="247" name="文本框 246">
              <a:extLst>
                <a:ext uri="{FF2B5EF4-FFF2-40B4-BE49-F238E27FC236}">
                  <a16:creationId xmlns:a16="http://schemas.microsoft.com/office/drawing/2014/main" id="{C509B430-6C49-E162-74FB-80EC5160D8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32921" y="1460341"/>
              <a:ext cx="1338580" cy="314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450" dirty="0"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Size Metrics</a:t>
              </a:r>
            </a:p>
          </p:txBody>
        </p:sp>
        <p:sp>
          <p:nvSpPr>
            <p:cNvPr id="248" name="文本框 247">
              <a:extLst>
                <a:ext uri="{FF2B5EF4-FFF2-40B4-BE49-F238E27FC236}">
                  <a16:creationId xmlns:a16="http://schemas.microsoft.com/office/drawing/2014/main" id="{F62155DA-7C05-80CC-754E-41F58DB7997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343219" y="913775"/>
              <a:ext cx="193865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Trace Measurement</a:t>
              </a:r>
            </a:p>
          </p:txBody>
        </p:sp>
        <p:pic>
          <p:nvPicPr>
            <p:cNvPr id="252" name="图形 251">
              <a:extLst>
                <a:ext uri="{FF2B5EF4-FFF2-40B4-BE49-F238E27FC236}">
                  <a16:creationId xmlns:a16="http://schemas.microsoft.com/office/drawing/2014/main" id="{C9A95AA2-20C4-9CC8-BA78-B0A66AF72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441110" y="1343063"/>
              <a:ext cx="327260" cy="272717"/>
            </a:xfrm>
            <a:prstGeom prst="rect">
              <a:avLst/>
            </a:prstGeom>
          </p:spPr>
        </p:pic>
      </p:grpSp>
      <p:sp>
        <p:nvSpPr>
          <p:cNvPr id="254" name="文本框 253">
            <a:extLst>
              <a:ext uri="{FF2B5EF4-FFF2-40B4-BE49-F238E27FC236}">
                <a16:creationId xmlns:a16="http://schemas.microsoft.com/office/drawing/2014/main" id="{05CCA95D-AC83-E03B-431D-4C03D5DB3680}"/>
              </a:ext>
            </a:extLst>
          </p:cNvPr>
          <p:cNvSpPr txBox="1">
            <a:spLocks noChangeAspect="1"/>
          </p:cNvSpPr>
          <p:nvPr/>
        </p:nvSpPr>
        <p:spPr>
          <a:xfrm>
            <a:off x="5053808" y="144694"/>
            <a:ext cx="3020060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Reasoning Trace Processing</a:t>
            </a:r>
          </a:p>
        </p:txBody>
      </p:sp>
      <p:sp>
        <p:nvSpPr>
          <p:cNvPr id="255" name="文本框 254">
            <a:extLst>
              <a:ext uri="{FF2B5EF4-FFF2-40B4-BE49-F238E27FC236}">
                <a16:creationId xmlns:a16="http://schemas.microsoft.com/office/drawing/2014/main" id="{15253857-C1C4-E0EF-A880-03CA1C34FA28}"/>
              </a:ext>
            </a:extLst>
          </p:cNvPr>
          <p:cNvSpPr txBox="1"/>
          <p:nvPr/>
        </p:nvSpPr>
        <p:spPr>
          <a:xfrm>
            <a:off x="3486595" y="2272884"/>
            <a:ext cx="1670050" cy="31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45" b="1" dirty="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Action Annotation</a:t>
            </a:r>
          </a:p>
        </p:txBody>
      </p:sp>
      <p:sp>
        <p:nvSpPr>
          <p:cNvPr id="256" name="文本框 255">
            <a:extLst>
              <a:ext uri="{FF2B5EF4-FFF2-40B4-BE49-F238E27FC236}">
                <a16:creationId xmlns:a16="http://schemas.microsoft.com/office/drawing/2014/main" id="{9659B43B-550B-5A8B-B6B5-16D7013C1043}"/>
              </a:ext>
            </a:extLst>
          </p:cNvPr>
          <p:cNvSpPr txBox="1"/>
          <p:nvPr/>
        </p:nvSpPr>
        <p:spPr>
          <a:xfrm>
            <a:off x="3486595" y="3320235"/>
            <a:ext cx="1765300" cy="314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45" b="1" dirty="0">
                <a:latin typeface="Times New Roman Regular" panose="02020503050405090304" charset="0"/>
                <a:cs typeface="Times New Roman Regular" panose="02020503050405090304" charset="0"/>
              </a:rPr>
              <a:t>Validity Assessment</a:t>
            </a:r>
          </a:p>
        </p:txBody>
      </p:sp>
      <p:pic>
        <p:nvPicPr>
          <p:cNvPr id="257" name="图片 147" descr="gemini-color">
            <a:extLst>
              <a:ext uri="{FF2B5EF4-FFF2-40B4-BE49-F238E27FC236}">
                <a16:creationId xmlns:a16="http://schemas.microsoft.com/office/drawing/2014/main" id="{88A0BDC0-BEB1-A01C-73F6-DDBE247F0EC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491638" y="2631869"/>
            <a:ext cx="431635" cy="432831"/>
          </a:xfrm>
          <a:prstGeom prst="rect">
            <a:avLst/>
          </a:prstGeom>
        </p:spPr>
      </p:pic>
      <p:pic>
        <p:nvPicPr>
          <p:cNvPr id="258" name="图片 146" descr="zhipu-color">
            <a:extLst>
              <a:ext uri="{FF2B5EF4-FFF2-40B4-BE49-F238E27FC236}">
                <a16:creationId xmlns:a16="http://schemas.microsoft.com/office/drawing/2014/main" id="{9995F21A-805D-280E-2649-5AA2A820BFE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178093" y="3738542"/>
            <a:ext cx="407071" cy="408142"/>
          </a:xfrm>
          <a:prstGeom prst="rect">
            <a:avLst/>
          </a:prstGeom>
        </p:spPr>
      </p:pic>
      <p:pic>
        <p:nvPicPr>
          <p:cNvPr id="259" name="图片 148" descr="gemini-color">
            <a:extLst>
              <a:ext uri="{FF2B5EF4-FFF2-40B4-BE49-F238E27FC236}">
                <a16:creationId xmlns:a16="http://schemas.microsoft.com/office/drawing/2014/main" id="{A5A29213-4CA5-A9C2-B0AF-3338602FCC6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687852" y="3712384"/>
            <a:ext cx="407070" cy="408144"/>
          </a:xfrm>
          <a:prstGeom prst="rect">
            <a:avLst/>
          </a:prstGeom>
        </p:spPr>
      </p:pic>
      <p:pic>
        <p:nvPicPr>
          <p:cNvPr id="260" name="图形 259">
            <a:extLst>
              <a:ext uri="{FF2B5EF4-FFF2-40B4-BE49-F238E27FC236}">
                <a16:creationId xmlns:a16="http://schemas.microsoft.com/office/drawing/2014/main" id="{49831BA0-0788-6DBC-AE18-64F3C20B3B5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3436" y="2667369"/>
            <a:ext cx="489599" cy="360000"/>
          </a:xfrm>
          <a:prstGeom prst="rect">
            <a:avLst/>
          </a:prstGeom>
        </p:spPr>
      </p:pic>
      <p:pic>
        <p:nvPicPr>
          <p:cNvPr id="262" name="图形 261">
            <a:extLst>
              <a:ext uri="{FF2B5EF4-FFF2-40B4-BE49-F238E27FC236}">
                <a16:creationId xmlns:a16="http://schemas.microsoft.com/office/drawing/2014/main" id="{B9F86910-D11B-4B69-F582-B0B723D922F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585473" y="3753412"/>
            <a:ext cx="489599" cy="360000"/>
          </a:xfrm>
          <a:prstGeom prst="rect">
            <a:avLst/>
          </a:prstGeom>
        </p:spPr>
      </p:pic>
      <p:grpSp>
        <p:nvGrpSpPr>
          <p:cNvPr id="263" name="组合 262">
            <a:extLst>
              <a:ext uri="{FF2B5EF4-FFF2-40B4-BE49-F238E27FC236}">
                <a16:creationId xmlns:a16="http://schemas.microsoft.com/office/drawing/2014/main" id="{BA1001A7-F173-D4B7-EA38-A026CB8AE747}"/>
              </a:ext>
            </a:extLst>
          </p:cNvPr>
          <p:cNvGrpSpPr/>
          <p:nvPr/>
        </p:nvGrpSpPr>
        <p:grpSpPr>
          <a:xfrm>
            <a:off x="7077014" y="3183653"/>
            <a:ext cx="1945906" cy="1272904"/>
            <a:chOff x="7681328" y="3259625"/>
            <a:chExt cx="1945906" cy="1272904"/>
          </a:xfrm>
        </p:grpSpPr>
        <p:sp>
          <p:nvSpPr>
            <p:cNvPr id="264" name="圆角矩形 263">
              <a:extLst>
                <a:ext uri="{FF2B5EF4-FFF2-40B4-BE49-F238E27FC236}">
                  <a16:creationId xmlns:a16="http://schemas.microsoft.com/office/drawing/2014/main" id="{833A203C-82DE-9723-7F19-721832BB34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1328" y="3259625"/>
              <a:ext cx="1945906" cy="1272904"/>
            </a:xfrm>
            <a:prstGeom prst="roundRect">
              <a:avLst>
                <a:gd name="adj" fmla="val 7994"/>
              </a:avLst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55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265" name="文本框 264">
              <a:extLst>
                <a:ext uri="{FF2B5EF4-FFF2-40B4-BE49-F238E27FC236}">
                  <a16:creationId xmlns:a16="http://schemas.microsoft.com/office/drawing/2014/main" id="{C010F3F3-6602-BA58-5C69-BC2FB85FFFA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079790" y="3424859"/>
              <a:ext cx="1428750" cy="31432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US" altLang="zh-CN" sz="1445" b="1" dirty="0">
                  <a:latin typeface="Times New Roman Regular" panose="02020503050405090304" charset="0"/>
                  <a:cs typeface="Times New Roman Regular" panose="02020503050405090304" charset="0"/>
                  <a:sym typeface="+mn-ea"/>
                </a:rPr>
                <a:t>Valid Traces</a:t>
              </a:r>
            </a:p>
          </p:txBody>
        </p:sp>
        <p:sp>
          <p:nvSpPr>
            <p:cNvPr id="266" name="文本框 265">
              <a:extLst>
                <a:ext uri="{FF2B5EF4-FFF2-40B4-BE49-F238E27FC236}">
                  <a16:creationId xmlns:a16="http://schemas.microsoft.com/office/drawing/2014/main" id="{F1ABA8D4-1798-F069-B5F8-F49409E9938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98484" y="4081903"/>
              <a:ext cx="1428750" cy="28003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/>
              <a:r>
                <a:rPr lang="en-US" altLang="zh-CN" sz="1445" b="1" dirty="0">
                  <a:latin typeface="Times New Roman Regular" panose="02020503050405090304" charset="0"/>
                  <a:cs typeface="Times New Roman Regular" panose="02020503050405090304" charset="0"/>
                  <a:sym typeface="+mn-ea"/>
                </a:rPr>
                <a:t>Invalid Traces</a:t>
              </a:r>
            </a:p>
          </p:txBody>
        </p:sp>
        <p:pic>
          <p:nvPicPr>
            <p:cNvPr id="267" name="图片 237" descr="对">
              <a:extLst>
                <a:ext uri="{FF2B5EF4-FFF2-40B4-BE49-F238E27FC236}">
                  <a16:creationId xmlns:a16="http://schemas.microsoft.com/office/drawing/2014/main" id="{478C390F-4240-77FA-AB8C-562E83F7C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7813408" y="3371961"/>
              <a:ext cx="415655" cy="415655"/>
            </a:xfrm>
            <a:prstGeom prst="rect">
              <a:avLst/>
            </a:prstGeom>
          </p:spPr>
        </p:pic>
        <p:pic>
          <p:nvPicPr>
            <p:cNvPr id="268" name="图片 238" descr="错">
              <a:extLst>
                <a:ext uri="{FF2B5EF4-FFF2-40B4-BE49-F238E27FC236}">
                  <a16:creationId xmlns:a16="http://schemas.microsoft.com/office/drawing/2014/main" id="{1599EF0E-8860-B580-D994-DB413F715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 flipH="1">
              <a:off x="7786103" y="4032931"/>
              <a:ext cx="443434" cy="415657"/>
            </a:xfrm>
            <a:prstGeom prst="rect">
              <a:avLst/>
            </a:prstGeom>
          </p:spPr>
        </p:pic>
        <p:cxnSp>
          <p:nvCxnSpPr>
            <p:cNvPr id="272" name="直线连接符 271">
              <a:extLst>
                <a:ext uri="{FF2B5EF4-FFF2-40B4-BE49-F238E27FC236}">
                  <a16:creationId xmlns:a16="http://schemas.microsoft.com/office/drawing/2014/main" id="{21F85335-3A2B-B2D6-21EB-D44E688FE8E4}"/>
                </a:ext>
              </a:extLst>
            </p:cNvPr>
            <p:cNvCxnSpPr>
              <a:cxnSpLocks/>
            </p:cNvCxnSpPr>
            <p:nvPr/>
          </p:nvCxnSpPr>
          <p:spPr>
            <a:xfrm>
              <a:off x="7768633" y="3887874"/>
              <a:ext cx="1765679" cy="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5" name="组合 274">
            <a:extLst>
              <a:ext uri="{FF2B5EF4-FFF2-40B4-BE49-F238E27FC236}">
                <a16:creationId xmlns:a16="http://schemas.microsoft.com/office/drawing/2014/main" id="{06B77D85-6D64-8998-7E01-24A216FFA258}"/>
              </a:ext>
            </a:extLst>
          </p:cNvPr>
          <p:cNvGrpSpPr/>
          <p:nvPr/>
        </p:nvGrpSpPr>
        <p:grpSpPr>
          <a:xfrm>
            <a:off x="5252884" y="4423045"/>
            <a:ext cx="1767205" cy="862114"/>
            <a:chOff x="6001428" y="4425994"/>
            <a:chExt cx="1767205" cy="862114"/>
          </a:xfrm>
        </p:grpSpPr>
        <p:sp>
          <p:nvSpPr>
            <p:cNvPr id="276" name="圆角矩形 275">
              <a:extLst>
                <a:ext uri="{FF2B5EF4-FFF2-40B4-BE49-F238E27FC236}">
                  <a16:creationId xmlns:a16="http://schemas.microsoft.com/office/drawing/2014/main" id="{9A03CEA3-5910-778B-DFD1-D6CCDF4C96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01428" y="4436941"/>
              <a:ext cx="1700169" cy="851167"/>
            </a:xfrm>
            <a:prstGeom prst="roundRect">
              <a:avLst>
                <a:gd name="adj" fmla="val 12200"/>
              </a:avLst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55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pic>
          <p:nvPicPr>
            <p:cNvPr id="277" name="图片 245" descr="自然人类">
              <a:extLst>
                <a:ext uri="{FF2B5EF4-FFF2-40B4-BE49-F238E27FC236}">
                  <a16:creationId xmlns:a16="http://schemas.microsoft.com/office/drawing/2014/main" id="{60D56282-4524-2273-C220-2AF5E4A51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6269964" y="4510269"/>
              <a:ext cx="449652" cy="449652"/>
            </a:xfrm>
            <a:prstGeom prst="rect">
              <a:avLst/>
            </a:prstGeom>
          </p:spPr>
        </p:pic>
        <p:sp>
          <p:nvSpPr>
            <p:cNvPr id="278" name="文本框 277">
              <a:extLst>
                <a:ext uri="{FF2B5EF4-FFF2-40B4-BE49-F238E27FC236}">
                  <a16:creationId xmlns:a16="http://schemas.microsoft.com/office/drawing/2014/main" id="{ADF57DB3-D5F4-179E-421D-1A9E114DCE4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001428" y="4930765"/>
              <a:ext cx="1767205" cy="314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45" dirty="0">
                  <a:latin typeface="Times New Roman Regular" panose="02020503050405090304" charset="0"/>
                  <a:cs typeface="Times New Roman Regular" panose="02020503050405090304" charset="0"/>
                </a:rPr>
                <a:t>Human Adjudication</a:t>
              </a:r>
            </a:p>
          </p:txBody>
        </p:sp>
        <p:pic>
          <p:nvPicPr>
            <p:cNvPr id="279" name="图形 278">
              <a:extLst>
                <a:ext uri="{FF2B5EF4-FFF2-40B4-BE49-F238E27FC236}">
                  <a16:creationId xmlns:a16="http://schemas.microsoft.com/office/drawing/2014/main" id="{9E1CA6AE-8C0E-F882-24D4-BD79F2ED82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6775329" y="4425994"/>
              <a:ext cx="647256" cy="823412"/>
            </a:xfrm>
            <a:prstGeom prst="rect">
              <a:avLst/>
            </a:prstGeom>
          </p:spPr>
        </p:pic>
        <p:pic>
          <p:nvPicPr>
            <p:cNvPr id="280" name="图形 279">
              <a:extLst>
                <a:ext uri="{FF2B5EF4-FFF2-40B4-BE49-F238E27FC236}">
                  <a16:creationId xmlns:a16="http://schemas.microsoft.com/office/drawing/2014/main" id="{B27D97AD-BFDB-ECD3-73E9-AD062B63C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6979375" y="4550080"/>
              <a:ext cx="271732" cy="271732"/>
            </a:xfrm>
            <a:prstGeom prst="rect">
              <a:avLst/>
            </a:prstGeom>
          </p:spPr>
        </p:pic>
      </p:grpSp>
      <p:cxnSp>
        <p:nvCxnSpPr>
          <p:cNvPr id="285" name="直接箭头连接符 272">
            <a:extLst>
              <a:ext uri="{FF2B5EF4-FFF2-40B4-BE49-F238E27FC236}">
                <a16:creationId xmlns:a16="http://schemas.microsoft.com/office/drawing/2014/main" id="{D62FAD41-1208-D7DD-A785-1B8B4BBD53B3}"/>
              </a:ext>
            </a:extLst>
          </p:cNvPr>
          <p:cNvCxnSpPr>
            <a:cxnSpLocks noChangeAspect="1"/>
          </p:cNvCxnSpPr>
          <p:nvPr/>
        </p:nvCxnSpPr>
        <p:spPr>
          <a:xfrm>
            <a:off x="5236844" y="2643502"/>
            <a:ext cx="300844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3" name="文本框 292">
            <a:extLst>
              <a:ext uri="{FF2B5EF4-FFF2-40B4-BE49-F238E27FC236}">
                <a16:creationId xmlns:a16="http://schemas.microsoft.com/office/drawing/2014/main" id="{851371F7-70F9-4772-6ADD-9C5AB4A1209E}"/>
              </a:ext>
            </a:extLst>
          </p:cNvPr>
          <p:cNvSpPr txBox="1">
            <a:spLocks noChangeAspect="1"/>
          </p:cNvSpPr>
          <p:nvPr/>
        </p:nvSpPr>
        <p:spPr>
          <a:xfrm>
            <a:off x="3920751" y="4844840"/>
            <a:ext cx="2205993" cy="31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45" dirty="0">
                <a:latin typeface="Times New Roman Regular" panose="02020503050405090304" charset="0"/>
                <a:cs typeface="Times New Roman Regular" panose="02020503050405090304" charset="0"/>
              </a:rPr>
              <a:t>Low confidence</a:t>
            </a:r>
          </a:p>
        </p:txBody>
      </p:sp>
      <p:pic>
        <p:nvPicPr>
          <p:cNvPr id="129" name="图形 128">
            <a:extLst>
              <a:ext uri="{FF2B5EF4-FFF2-40B4-BE49-F238E27FC236}">
                <a16:creationId xmlns:a16="http://schemas.microsoft.com/office/drawing/2014/main" id="{90A71763-2D64-41FE-A4EC-7B8F6578366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06108" y="3315047"/>
            <a:ext cx="489599" cy="360000"/>
          </a:xfrm>
          <a:prstGeom prst="rect">
            <a:avLst/>
          </a:prstGeom>
        </p:spPr>
      </p:pic>
      <p:pic>
        <p:nvPicPr>
          <p:cNvPr id="130" name="图片 146" descr="zhipu-color">
            <a:extLst>
              <a:ext uri="{FF2B5EF4-FFF2-40B4-BE49-F238E27FC236}">
                <a16:creationId xmlns:a16="http://schemas.microsoft.com/office/drawing/2014/main" id="{A90E9632-0E36-44FA-B66C-A2DAB3262A9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175514" y="3290976"/>
            <a:ext cx="407071" cy="408142"/>
          </a:xfrm>
          <a:prstGeom prst="rect">
            <a:avLst/>
          </a:prstGeom>
        </p:spPr>
      </p:pic>
      <p:pic>
        <p:nvPicPr>
          <p:cNvPr id="132" name="图形 131">
            <a:extLst>
              <a:ext uri="{FF2B5EF4-FFF2-40B4-BE49-F238E27FC236}">
                <a16:creationId xmlns:a16="http://schemas.microsoft.com/office/drawing/2014/main" id="{53614BEA-EBF1-47AD-8CF7-2E4CB189072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44525" y="3268248"/>
            <a:ext cx="453598" cy="453598"/>
          </a:xfrm>
          <a:prstGeom prst="rect">
            <a:avLst/>
          </a:prstGeom>
        </p:spPr>
      </p:pic>
      <p:sp>
        <p:nvSpPr>
          <p:cNvPr id="294" name="文本框 293">
            <a:extLst>
              <a:ext uri="{FF2B5EF4-FFF2-40B4-BE49-F238E27FC236}">
                <a16:creationId xmlns:a16="http://schemas.microsoft.com/office/drawing/2014/main" id="{096212C1-0C5E-76DF-FA8F-9923655556BF}"/>
              </a:ext>
            </a:extLst>
          </p:cNvPr>
          <p:cNvSpPr txBox="1">
            <a:spLocks noChangeAspect="1"/>
          </p:cNvSpPr>
          <p:nvPr/>
        </p:nvSpPr>
        <p:spPr>
          <a:xfrm>
            <a:off x="5299875" y="3507946"/>
            <a:ext cx="165373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45" dirty="0">
                <a:latin typeface="Times New Roman Regular" panose="02020503050405090304" charset="0"/>
                <a:cs typeface="Times New Roman Regular" panose="02020503050405090304" charset="0"/>
              </a:rPr>
              <a:t>High confidence</a:t>
            </a:r>
          </a:p>
        </p:txBody>
      </p:sp>
      <p:cxnSp>
        <p:nvCxnSpPr>
          <p:cNvPr id="298" name="直线箭头连接符 297">
            <a:extLst>
              <a:ext uri="{FF2B5EF4-FFF2-40B4-BE49-F238E27FC236}">
                <a16:creationId xmlns:a16="http://schemas.microsoft.com/office/drawing/2014/main" id="{5565C9F2-BCF7-3CD0-F3FA-A0A485B0566B}"/>
              </a:ext>
            </a:extLst>
          </p:cNvPr>
          <p:cNvCxnSpPr>
            <a:cxnSpLocks/>
          </p:cNvCxnSpPr>
          <p:nvPr/>
        </p:nvCxnSpPr>
        <p:spPr>
          <a:xfrm>
            <a:off x="4358357" y="2047312"/>
            <a:ext cx="0" cy="192813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线箭头连接符 305">
            <a:extLst>
              <a:ext uri="{FF2B5EF4-FFF2-40B4-BE49-F238E27FC236}">
                <a16:creationId xmlns:a16="http://schemas.microsoft.com/office/drawing/2014/main" id="{7B8EC8CD-A4F1-02FC-BFD6-6BA2442188DC}"/>
              </a:ext>
            </a:extLst>
          </p:cNvPr>
          <p:cNvCxnSpPr/>
          <p:nvPr/>
        </p:nvCxnSpPr>
        <p:spPr>
          <a:xfrm flipV="1">
            <a:off x="8049967" y="1698694"/>
            <a:ext cx="0" cy="59182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圆角矩形 74">
            <a:extLst>
              <a:ext uri="{FF2B5EF4-FFF2-40B4-BE49-F238E27FC236}">
                <a16:creationId xmlns:a16="http://schemas.microsoft.com/office/drawing/2014/main" id="{9B7DF76D-1D30-8CBF-CFF2-025DD7A60871}"/>
              </a:ext>
            </a:extLst>
          </p:cNvPr>
          <p:cNvSpPr>
            <a:spLocks noChangeAspect="1"/>
          </p:cNvSpPr>
          <p:nvPr/>
        </p:nvSpPr>
        <p:spPr>
          <a:xfrm>
            <a:off x="388542" y="2609282"/>
            <a:ext cx="2583498" cy="1156970"/>
          </a:xfrm>
          <a:prstGeom prst="roundRect">
            <a:avLst>
              <a:gd name="adj" fmla="val 8221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55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52" name="矩形: 圆角 63">
            <a:extLst>
              <a:ext uri="{FF2B5EF4-FFF2-40B4-BE49-F238E27FC236}">
                <a16:creationId xmlns:a16="http://schemas.microsoft.com/office/drawing/2014/main" id="{FB1F223D-8C12-EDCA-B148-8AD2E70B4924}"/>
              </a:ext>
            </a:extLst>
          </p:cNvPr>
          <p:cNvSpPr>
            <a:spLocks noChangeAspect="1"/>
          </p:cNvSpPr>
          <p:nvPr/>
        </p:nvSpPr>
        <p:spPr>
          <a:xfrm>
            <a:off x="9423253" y="3698877"/>
            <a:ext cx="2896870" cy="1674495"/>
          </a:xfrm>
          <a:prstGeom prst="roundRect">
            <a:avLst>
              <a:gd name="adj" fmla="val 0"/>
            </a:avLst>
          </a:prstGeom>
          <a:solidFill>
            <a:srgbClr val="F9F9F9"/>
          </a:solidFill>
          <a:ln w="19050">
            <a:solidFill>
              <a:schemeClr val="accent1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55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2A64BC5F-5062-7446-7B80-CE5ACA0083D8}"/>
              </a:ext>
            </a:extLst>
          </p:cNvPr>
          <p:cNvGrpSpPr>
            <a:grpSpLocks noChangeAspect="1"/>
          </p:cNvGrpSpPr>
          <p:nvPr/>
        </p:nvGrpSpPr>
        <p:grpSpPr>
          <a:xfrm>
            <a:off x="9570875" y="4141539"/>
            <a:ext cx="2567541" cy="1098550"/>
            <a:chOff x="14270" y="1858"/>
            <a:chExt cx="4067" cy="978"/>
          </a:xfrm>
        </p:grpSpPr>
        <p:sp>
          <p:nvSpPr>
            <p:cNvPr id="188" name="圆角矩形 187">
              <a:extLst>
                <a:ext uri="{FF2B5EF4-FFF2-40B4-BE49-F238E27FC236}">
                  <a16:creationId xmlns:a16="http://schemas.microsoft.com/office/drawing/2014/main" id="{C4A9DB26-ED52-BBC6-FBD9-A55268CAC0B7}"/>
                </a:ext>
              </a:extLst>
            </p:cNvPr>
            <p:cNvSpPr/>
            <p:nvPr/>
          </p:nvSpPr>
          <p:spPr>
            <a:xfrm>
              <a:off x="14270" y="1858"/>
              <a:ext cx="4047" cy="978"/>
            </a:xfrm>
            <a:prstGeom prst="roundRect">
              <a:avLst>
                <a:gd name="adj" fmla="val 11118"/>
              </a:avLst>
            </a:prstGeom>
            <a:solidFill>
              <a:srgbClr val="F5FAF4"/>
            </a:solidFill>
            <a:ln>
              <a:solidFill>
                <a:srgbClr val="678E6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55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C9564729-7407-D016-4EE4-853B5A5B700A}"/>
                </a:ext>
              </a:extLst>
            </p:cNvPr>
            <p:cNvSpPr txBox="1"/>
            <p:nvPr/>
          </p:nvSpPr>
          <p:spPr>
            <a:xfrm>
              <a:off x="14337" y="1910"/>
              <a:ext cx="4000" cy="9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600" b="1" dirty="0">
                  <a:solidFill>
                    <a:srgbClr val="396135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RQ3: Pattern Applications</a:t>
              </a:r>
            </a:p>
            <a:p>
              <a:pPr marL="90488" indent="90488">
                <a:spcBef>
                  <a:spcPts val="600"/>
                </a:spcBef>
              </a:pPr>
              <a:r>
                <a:rPr lang="en-US" altLang="zh-CN" sz="1400" dirty="0">
                  <a:latin typeface="Times New Roman Regular" panose="02020503050405090304" charset="0"/>
                  <a:cs typeface="Times New Roman Regular" panose="02020503050405090304" charset="0"/>
                </a:rPr>
                <a:t>coding task identification</a:t>
              </a:r>
            </a:p>
            <a:p>
              <a:pPr marL="90488" indent="90488"/>
              <a:r>
                <a:rPr lang="en-US" altLang="zh-CN" sz="1400" dirty="0">
                  <a:latin typeface="Times New Roman Regular" panose="02020503050405090304" charset="0"/>
                  <a:cs typeface="Times New Roman Regular" panose="02020503050405090304" charset="0"/>
                </a:rPr>
                <a:t>pattern-guided prompting</a:t>
              </a:r>
            </a:p>
            <a:p>
              <a:pPr marL="90488" indent="90488"/>
              <a:r>
                <a:rPr lang="en-US" altLang="zh-CN" sz="1400" dirty="0">
                  <a:latin typeface="Times New Roman Regular" panose="02020503050405090304" charset="0"/>
                  <a:cs typeface="Times New Roman Regular" panose="02020503050405090304" charset="0"/>
                </a:rPr>
                <a:t>pattern-aware early stopping</a:t>
              </a:r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BFC74964-D453-8E2F-AE4A-C5E0D35617AC}"/>
              </a:ext>
            </a:extLst>
          </p:cNvPr>
          <p:cNvSpPr txBox="1">
            <a:spLocks noChangeAspect="1"/>
          </p:cNvSpPr>
          <p:nvPr/>
        </p:nvSpPr>
        <p:spPr>
          <a:xfrm>
            <a:off x="9216589" y="3701484"/>
            <a:ext cx="32785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 Regular" panose="02020503050405090304" charset="0"/>
                <a:cs typeface="Times New Roman Regular" panose="02020503050405090304" charset="0"/>
              </a:rPr>
              <a:t>Leveraging </a:t>
            </a:r>
            <a:r>
              <a:rPr lang="en-US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Reasoning </a:t>
            </a:r>
            <a:r>
              <a:rPr lang="en-US" altLang="zh-CN" sz="1600" b="1" dirty="0">
                <a:latin typeface="Times New Roman Regular" panose="02020503050405090304" charset="0"/>
                <a:cs typeface="Times New Roman Regular" panose="02020503050405090304" charset="0"/>
              </a:rPr>
              <a:t>Patterns</a:t>
            </a:r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F7383158-1FA6-A80F-E3E9-0EA480EF6FA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640821" y="3303563"/>
            <a:ext cx="489599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484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461</TotalTime>
  <Words>93</Words>
  <Application>Microsoft Office PowerPoint</Application>
  <PresentationFormat>自定义</PresentationFormat>
  <Paragraphs>50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Times New Roman Regular</vt:lpstr>
      <vt:lpstr>苹方-简</vt:lpstr>
      <vt:lpstr>Arial</vt:lpstr>
      <vt:lpstr>Calibri</vt:lpstr>
      <vt:lpstr>Calibri Light</vt:lpstr>
      <vt:lpstr>Times New Roman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beijun shen</dc:creator>
  <cp:lastModifiedBy>Zhe Yin</cp:lastModifiedBy>
  <cp:revision>200</cp:revision>
  <dcterms:created xsi:type="dcterms:W3CDTF">2026-06-28T14:18:07Z</dcterms:created>
  <dcterms:modified xsi:type="dcterms:W3CDTF">2026-10-02T14:43:41Z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B5284E70F7A558C53F2A416AA3F01D0F_43</vt:lpwstr>
  </property>
</Properties>
</file>